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removePersonalInfoOnSave="1" saveSubsetFonts="1" strictFirstAndLastChars="0">
  <p:sldMasterIdLst>
    <p:sldMasterId id="2147483648" r:id="rId1"/>
    <p:sldMasterId id="2147483656" r:id="rId2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25" d="100"/>
          <a:sy n="125" d="100"/>
        </p:scale>
        <p:origin x="533" y="466"/>
      </p:cViewPr>
      <p:guideLst>
        <p:guide pos="2880"/>
        <p:guide pos="162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866473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934899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282042" name="Google Shape;451;gd431007ba2_0_208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953038" name="Google Shape;452;gd431007ba2_0_208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Date : format international standard ISO 8601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42349" name="Google Shape;488;gd431007ba2_0_21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319534" name="Google Shape;489;gd431007ba2_0_21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369017" name="Google Shape;544;gec9722e163_0_12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0119280" name="Google Shape;545;gec9722e163_0_12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352935" name="Google Shape;526;g1dfe0b786a0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22971" name="Google Shape;527;g1dfe0b786a0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585649" name="Google Shape;8183;g277303276c8_0_1747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2933232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862267" name="Google Shape;8183;g277303276c8_0_1747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15266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051222" name="Google Shape;8183;g277303276c8_0_17475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816068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71518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4807500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336767377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2733950"/>
            <a:ext cx="2237400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Manrope"/>
                <a:ea typeface="Manrope"/>
                <a:cs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pPr>
              <a:defRPr/>
            </a:pPr>
            <a:endParaRPr/>
          </a:p>
        </p:txBody>
      </p:sp>
      <p:sp>
        <p:nvSpPr>
          <p:cNvPr id="1199629537" name="Google Shape;11;p2"/>
          <p:cNvSpPr>
            <a:spLocks noGrp="1"/>
          </p:cNvSpPr>
          <p:nvPr>
            <p:ph type="pic" idx="2"/>
          </p:nvPr>
        </p:nvSpPr>
        <p:spPr bwMode="auto">
          <a:xfrm>
            <a:off x="5654925" y="1312525"/>
            <a:ext cx="2852100" cy="2852100"/>
          </a:xfrm>
          <a:prstGeom prst="ellipse">
            <a:avLst/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fr-CH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369812" name="Google Shape;13;p3"/>
          <p:cNvSpPr txBox="1">
            <a:spLocks noGrp="1"/>
          </p:cNvSpPr>
          <p:nvPr>
            <p:ph type="title"/>
          </p:nvPr>
        </p:nvSpPr>
        <p:spPr bwMode="auto">
          <a:xfrm>
            <a:off x="733575" y="1967900"/>
            <a:ext cx="4410900" cy="136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2070202462" name="Google Shape;14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89425" y="539500"/>
            <a:ext cx="1046700" cy="13353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302395089" name="Google Shape;15;p3"/>
          <p:cNvSpPr txBox="1">
            <a:spLocks noGrp="1"/>
          </p:cNvSpPr>
          <p:nvPr>
            <p:ph type="subTitle" idx="1"/>
          </p:nvPr>
        </p:nvSpPr>
        <p:spPr bwMode="auto">
          <a:xfrm>
            <a:off x="733575" y="3376700"/>
            <a:ext cx="2770800" cy="7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58652256" name="Google Shape;16;p3"/>
          <p:cNvSpPr>
            <a:spLocks noGrp="1"/>
          </p:cNvSpPr>
          <p:nvPr>
            <p:ph type="pic" idx="3"/>
          </p:nvPr>
        </p:nvSpPr>
        <p:spPr bwMode="auto">
          <a:xfrm>
            <a:off x="5397500" y="1055100"/>
            <a:ext cx="3033300" cy="30333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28524169" name="Google Shape;17;p3"/>
          <p:cNvGrpSpPr/>
          <p:nvPr/>
        </p:nvGrpSpPr>
        <p:grpSpPr bwMode="auto">
          <a:xfrm>
            <a:off x="3660304" y="399825"/>
            <a:ext cx="1309796" cy="257750"/>
            <a:chOff x="-6337521" y="4362225"/>
            <a:chExt cx="1309796" cy="257750"/>
          </a:xfrm>
        </p:grpSpPr>
        <p:sp>
          <p:nvSpPr>
            <p:cNvPr id="18" name="Google Shape;18;p3"/>
            <p:cNvSpPr/>
            <p:nvPr/>
          </p:nvSpPr>
          <p:spPr bwMode="auto">
            <a:xfrm>
              <a:off x="-591797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9" name="Google Shape;19;p3"/>
            <p:cNvSpPr/>
            <p:nvPr/>
          </p:nvSpPr>
          <p:spPr bwMode="auto">
            <a:xfrm>
              <a:off x="-5713862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 bwMode="auto">
            <a:xfrm>
              <a:off x="-5509750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 bwMode="auto">
            <a:xfrm>
              <a:off x="-5305637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 bwMode="auto">
            <a:xfrm>
              <a:off x="-510152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 bwMode="auto">
            <a:xfrm>
              <a:off x="-633752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 bwMode="auto">
            <a:xfrm>
              <a:off x="-6133409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 bwMode="auto">
            <a:xfrm>
              <a:off x="-5929296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 bwMode="auto">
            <a:xfrm>
              <a:off x="-5725184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 bwMode="auto">
            <a:xfrm>
              <a:off x="-552107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498203" name="Google Shape;64;p6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498787914" name="Google Shape;65;p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66" name="Google Shape;66;p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67" name="Google Shape;67;p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8" name="Google Shape;68;p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9" name="Google Shape;69;p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0" name="Google Shape;70;p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1" name="Google Shape;71;p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2" name="Google Shape;72;p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3" name="Google Shape;73;p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4" name="Google Shape;74;p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5" name="Google Shape;75;p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6" name="Google Shape;76;p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77" name="Google Shape;77;p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78" name="Google Shape;78;p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9" name="Google Shape;79;p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0" name="Google Shape;80;p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1" name="Google Shape;81;p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able of contents" preserve="0" showMasterPhAnim="0" showMasterSp="1" userDrawn="1">
  <p:cSld name="BLANK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550198" name="Google Shape;159;p13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0296922" name="Google Shape;160;p13"/>
          <p:cNvSpPr txBox="1">
            <a:spLocks noGrp="1"/>
          </p:cNvSpPr>
          <p:nvPr>
            <p:ph type="subTitle" idx="1"/>
          </p:nvPr>
        </p:nvSpPr>
        <p:spPr bwMode="auto">
          <a:xfrm>
            <a:off x="1578601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99770460" name="Google Shape;161;p13"/>
          <p:cNvSpPr txBox="1">
            <a:spLocks noGrp="1"/>
          </p:cNvSpPr>
          <p:nvPr>
            <p:ph type="subTitle" idx="2"/>
          </p:nvPr>
        </p:nvSpPr>
        <p:spPr bwMode="auto">
          <a:xfrm>
            <a:off x="1578601" y="395423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2408677" name="Google Shape;162;p13"/>
          <p:cNvSpPr txBox="1">
            <a:spLocks noGrp="1"/>
          </p:cNvSpPr>
          <p:nvPr>
            <p:ph type="subTitle" idx="3"/>
          </p:nvPr>
        </p:nvSpPr>
        <p:spPr bwMode="auto">
          <a:xfrm>
            <a:off x="5534500" y="395420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76469417" name="Google Shape;163;p13"/>
          <p:cNvSpPr txBox="1">
            <a:spLocks noGrp="1"/>
          </p:cNvSpPr>
          <p:nvPr>
            <p:ph type="subTitle" idx="4"/>
          </p:nvPr>
        </p:nvSpPr>
        <p:spPr bwMode="auto">
          <a:xfrm>
            <a:off x="5534500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4704885" name="Google Shape;164;p13"/>
          <p:cNvSpPr txBox="1">
            <a:spLocks noGrp="1"/>
          </p:cNvSpPr>
          <p:nvPr>
            <p:ph type="title" idx="5" hasCustomPrompt="1"/>
          </p:nvPr>
        </p:nvSpPr>
        <p:spPr bwMode="auto">
          <a:xfrm>
            <a:off x="796200" y="16336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840208096" name="Google Shape;165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4750950" y="32907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334950164" name="Google Shape;166;p13"/>
          <p:cNvSpPr txBox="1">
            <a:spLocks noGrp="1"/>
          </p:cNvSpPr>
          <p:nvPr>
            <p:ph type="title" idx="7" hasCustomPrompt="1"/>
          </p:nvPr>
        </p:nvSpPr>
        <p:spPr bwMode="auto">
          <a:xfrm>
            <a:off x="796200" y="3290900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996097669" name="Google Shape;167;p13"/>
          <p:cNvSpPr txBox="1">
            <a:spLocks noGrp="1"/>
          </p:cNvSpPr>
          <p:nvPr>
            <p:ph type="title" idx="8" hasCustomPrompt="1"/>
          </p:nvPr>
        </p:nvSpPr>
        <p:spPr bwMode="auto">
          <a:xfrm>
            <a:off x="4750950" y="16335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831753529" name="Google Shape;168;p13"/>
          <p:cNvSpPr txBox="1">
            <a:spLocks noGrp="1"/>
          </p:cNvSpPr>
          <p:nvPr>
            <p:ph type="subTitle" idx="9"/>
          </p:nvPr>
        </p:nvSpPr>
        <p:spPr bwMode="auto">
          <a:xfrm>
            <a:off x="15786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14722001" name="Google Shape;169;p13"/>
          <p:cNvSpPr txBox="1">
            <a:spLocks noGrp="1"/>
          </p:cNvSpPr>
          <p:nvPr>
            <p:ph type="subTitle" idx="13"/>
          </p:nvPr>
        </p:nvSpPr>
        <p:spPr bwMode="auto">
          <a:xfrm>
            <a:off x="1578600" y="3290939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15630510" name="Google Shape;170;p13"/>
          <p:cNvSpPr txBox="1">
            <a:spLocks noGrp="1"/>
          </p:cNvSpPr>
          <p:nvPr>
            <p:ph type="subTitle" idx="14"/>
          </p:nvPr>
        </p:nvSpPr>
        <p:spPr bwMode="auto">
          <a:xfrm>
            <a:off x="5534500" y="3290901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143071855" name="Google Shape;171;p13"/>
          <p:cNvSpPr txBox="1">
            <a:spLocks noGrp="1"/>
          </p:cNvSpPr>
          <p:nvPr>
            <p:ph type="subTitle" idx="15"/>
          </p:nvPr>
        </p:nvSpPr>
        <p:spPr bwMode="auto">
          <a:xfrm>
            <a:off x="55345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grpSp>
        <p:nvGrpSpPr>
          <p:cNvPr id="1472468309" name="Google Shape;172;p13"/>
          <p:cNvGrpSpPr/>
          <p:nvPr/>
        </p:nvGrpSpPr>
        <p:grpSpPr bwMode="auto">
          <a:xfrm>
            <a:off x="7527475" y="-437123"/>
            <a:ext cx="2304049" cy="2076084"/>
            <a:chOff x="7527475" y="-437123"/>
            <a:chExt cx="2304049" cy="2076084"/>
          </a:xfrm>
        </p:grpSpPr>
        <p:sp>
          <p:nvSpPr>
            <p:cNvPr id="173" name="Google Shape;173;p13"/>
            <p:cNvSpPr/>
            <p:nvPr/>
          </p:nvSpPr>
          <p:spPr bwMode="auto">
            <a:xfrm rot="-5400000" flipH="1">
              <a:off x="7653475" y="-58150"/>
              <a:ext cx="1554599" cy="15486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74" name="Google Shape;174;p13"/>
            <p:cNvGrpSpPr/>
            <p:nvPr/>
          </p:nvGrpSpPr>
          <p:grpSpPr bwMode="auto">
            <a:xfrm>
              <a:off x="7527475" y="-190576"/>
              <a:ext cx="2304049" cy="1829537"/>
              <a:chOff x="7267300" y="-366311"/>
              <a:chExt cx="2304049" cy="1829537"/>
            </a:xfrm>
          </p:grpSpPr>
          <p:sp>
            <p:nvSpPr>
              <p:cNvPr id="175" name="Google Shape;175;p13"/>
              <p:cNvSpPr/>
              <p:nvPr/>
            </p:nvSpPr>
            <p:spPr bwMode="auto">
              <a:xfrm rot="2699364" flipH="1">
                <a:off x="8496503" y="4900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6" name="Google Shape;176;p13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7" name="Google Shape;177;p13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178" name="Google Shape;178;p13"/>
            <p:cNvSpPr/>
            <p:nvPr/>
          </p:nvSpPr>
          <p:spPr bwMode="auto">
            <a:xfrm rot="2700000">
              <a:off x="7775558" y="-183425"/>
              <a:ext cx="770464" cy="127703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" preserve="0" showMasterPhAnim="0" showMasterSp="1" userDrawn="1">
  <p:cSld name="CUSTOM_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81492176" name="Google Shape;409;p25"/>
          <p:cNvGrpSpPr/>
          <p:nvPr/>
        </p:nvGrpSpPr>
        <p:grpSpPr bwMode="auto">
          <a:xfrm>
            <a:off x="7267300" y="-374475"/>
            <a:ext cx="2456449" cy="5138686"/>
            <a:chOff x="7267300" y="-374475"/>
            <a:chExt cx="2456449" cy="5138686"/>
          </a:xfrm>
        </p:grpSpPr>
        <p:grpSp>
          <p:nvGrpSpPr>
            <p:cNvPr id="410" name="Google Shape;410;p25"/>
            <p:cNvGrpSpPr/>
            <p:nvPr/>
          </p:nvGrpSpPr>
          <p:grpSpPr bwMode="auto">
            <a:xfrm>
              <a:off x="7432803" y="4506461"/>
              <a:ext cx="1309796" cy="257750"/>
              <a:chOff x="-6337521" y="4362225"/>
              <a:chExt cx="1309796" cy="257750"/>
            </a:xfrm>
          </p:grpSpPr>
          <p:sp>
            <p:nvSpPr>
              <p:cNvPr id="411" name="Google Shape;411;p25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2" name="Google Shape;412;p25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3" name="Google Shape;413;p25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4" name="Google Shape;414;p25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5" name="Google Shape;415;p25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6" name="Google Shape;416;p25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7" name="Google Shape;417;p25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8" name="Google Shape;418;p25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9" name="Google Shape;419;p25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0" name="Google Shape;420;p25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21" name="Google Shape;421;p25"/>
            <p:cNvGrpSpPr/>
            <p:nvPr/>
          </p:nvGrpSpPr>
          <p:grpSpPr bwMode="auto">
            <a:xfrm>
              <a:off x="7267300" y="-374475"/>
              <a:ext cx="2456449" cy="1917411"/>
              <a:chOff x="7267300" y="-366311"/>
              <a:chExt cx="2456449" cy="1917411"/>
            </a:xfrm>
          </p:grpSpPr>
          <p:sp>
            <p:nvSpPr>
              <p:cNvPr id="422" name="Google Shape;422;p25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3" name="Google Shape;423;p25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4" name="Google Shape;424;p25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5" name="Google Shape;425;p25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1" preserve="0" showMasterPhAnim="0" showMasterSp="1" userDrawn="1">
  <p:cSld name="CUSTOM_9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987911" name="Google Shape;427;p2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428" name="Google Shape;428;p2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429" name="Google Shape;429;p2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0" name="Google Shape;430;p2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1" name="Google Shape;431;p2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2" name="Google Shape;432;p2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3" name="Google Shape;433;p2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4" name="Google Shape;434;p2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5" name="Google Shape;435;p2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6" name="Google Shape;436;p2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7" name="Google Shape;437;p2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8" name="Google Shape;438;p2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39" name="Google Shape;439;p2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440" name="Google Shape;440;p2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1" name="Google Shape;441;p2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2" name="Google Shape;442;p2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3" name="Google Shape;443;p2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 slide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927487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22048674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rgbClr val="0E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612486" name="Google Shape;445;p27"/>
          <p:cNvSpPr txBox="1">
            <a:spLocks noGrp="1"/>
          </p:cNvSpPr>
          <p:nvPr>
            <p:ph type="title"/>
          </p:nvPr>
        </p:nvSpPr>
        <p:spPr bwMode="auto"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27635329" name="Google Shape;446;p27"/>
          <p:cNvSpPr txBox="1">
            <a:spLocks noGrp="1"/>
          </p:cNvSpPr>
          <p:nvPr>
            <p:ph type="body" idx="1"/>
          </p:nvPr>
        </p:nvSpPr>
        <p:spPr bwMode="auto"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lvl="1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lvl="2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lvl="3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lvl="4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lvl="5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lvl="6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lvl="7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lvl="8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882526" name="Google Shape;454;p30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5099746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b="0">
                <a:latin typeface="Archivo Black"/>
                <a:ea typeface="Archivo Black"/>
                <a:cs typeface="Archivo Black"/>
              </a:rPr>
              <a:t>Présentation M</a:t>
            </a:r>
            <a:r>
              <a:rPr lang="fr-CH" b="0">
                <a:latin typeface="Archivo Black"/>
                <a:ea typeface="Archivo Black"/>
                <a:cs typeface="Archivo Black"/>
              </a:rPr>
              <a:t>5</a:t>
            </a:r>
            <a:r>
              <a:rPr lang="en" b="0">
                <a:latin typeface="Archivo Black"/>
                <a:ea typeface="Archivo Black"/>
                <a:cs typeface="Archivo Black"/>
              </a:rPr>
              <a:t> - </a:t>
            </a:r>
            <a:r>
              <a:rPr lang="fr-CH" b="0">
                <a:latin typeface="Archivo Black"/>
                <a:ea typeface="Archivo Black"/>
                <a:cs typeface="Archivo Black"/>
              </a:rPr>
              <a:t>ScholarLog</a:t>
            </a:r>
            <a:endParaRPr>
              <a:latin typeface="Archivo"/>
              <a:ea typeface="Archivo"/>
              <a:cs typeface="Archivo"/>
            </a:endParaRPr>
          </a:p>
        </p:txBody>
      </p:sp>
      <p:sp>
        <p:nvSpPr>
          <p:cNvPr id="1014846900" name="Google Shape;455;p30"/>
          <p:cNvSpPr txBox="1">
            <a:spLocks noGrp="1"/>
          </p:cNvSpPr>
          <p:nvPr>
            <p:ph type="subTitle" idx="1"/>
          </p:nvPr>
        </p:nvSpPr>
        <p:spPr bwMode="auto">
          <a:xfrm>
            <a:off x="781972" y="2060180"/>
            <a:ext cx="3461865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defRPr/>
            </a:pPr>
            <a:r>
              <a:rPr lang="fr-CH"/>
              <a:t>26.06.13 - Hofer Lukas - TINF2</a:t>
            </a:r>
            <a:endParaRPr/>
          </a:p>
        </p:txBody>
      </p:sp>
      <p:grpSp>
        <p:nvGrpSpPr>
          <p:cNvPr id="1272996691" name="Google Shape;456;p30"/>
          <p:cNvGrpSpPr/>
          <p:nvPr/>
        </p:nvGrpSpPr>
        <p:grpSpPr bwMode="auto">
          <a:xfrm>
            <a:off x="5146551" y="1161090"/>
            <a:ext cx="4429800" cy="4367100"/>
            <a:chOff x="4926061" y="968050"/>
            <a:chExt cx="4429800" cy="4367100"/>
          </a:xfrm>
        </p:grpSpPr>
        <p:sp>
          <p:nvSpPr>
            <p:cNvPr id="457" name="Google Shape;457;p30"/>
            <p:cNvSpPr/>
            <p:nvPr/>
          </p:nvSpPr>
          <p:spPr bwMode="auto">
            <a:xfrm flipH="1">
              <a:off x="4926061" y="968050"/>
              <a:ext cx="4429800" cy="43671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 bwMode="auto">
            <a:xfrm rot="-2700000">
              <a:off x="7675121" y="130341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 bwMode="auto">
            <a:xfrm rot="-2699590">
              <a:off x="4984509" y="3275203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 bwMode="auto">
            <a:xfrm rot="-2699590">
              <a:off x="7108289" y="2092651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 bwMode="auto">
            <a:xfrm rot="-2699590">
              <a:off x="6792716" y="1243005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 bwMode="auto">
            <a:xfrm rot="-2699590">
              <a:off x="5127485" y="3849460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922289310" name="Google Shape;463;p30"/>
          <p:cNvGrpSpPr/>
          <p:nvPr/>
        </p:nvGrpSpPr>
        <p:grpSpPr bwMode="auto">
          <a:xfrm>
            <a:off x="2669704" y="4362225"/>
            <a:ext cx="1309796" cy="257750"/>
            <a:chOff x="-6337521" y="4362225"/>
            <a:chExt cx="1309796" cy="257750"/>
          </a:xfrm>
        </p:grpSpPr>
        <p:sp>
          <p:nvSpPr>
            <p:cNvPr id="464" name="Google Shape;464;p30"/>
            <p:cNvSpPr/>
            <p:nvPr/>
          </p:nvSpPr>
          <p:spPr bwMode="auto">
            <a:xfrm>
              <a:off x="-591797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 bwMode="auto">
            <a:xfrm>
              <a:off x="-5713862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 bwMode="auto">
            <a:xfrm>
              <a:off x="-5509750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 bwMode="auto">
            <a:xfrm>
              <a:off x="-5305637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 bwMode="auto">
            <a:xfrm>
              <a:off x="-510152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 bwMode="auto">
            <a:xfrm>
              <a:off x="-633752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 bwMode="auto">
            <a:xfrm>
              <a:off x="-6133409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 bwMode="auto">
            <a:xfrm>
              <a:off x="-5929296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 bwMode="auto">
            <a:xfrm>
              <a:off x="-5725184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 bwMode="auto">
            <a:xfrm>
              <a:off x="-552107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pic>
        <p:nvPicPr>
          <p:cNvPr id="740223674" name="Google Shape;474;p30"/>
          <p:cNvPicPr>
            <a:picLocks noGrp="1"/>
          </p:cNvPicPr>
          <p:nvPr>
            <p:ph type="pic" idx="2"/>
          </p:nvPr>
        </p:nvPicPr>
        <p:blipFill rotWithShape="1">
          <a:blip r:embed="rId3"/>
          <a:srcRect l="16925" t="4496" r="13676" b="-11269"/>
        </p:blipFill>
        <p:spPr bwMode="auto">
          <a:xfrm>
            <a:off x="5693942" y="1661616"/>
            <a:ext cx="2852100" cy="2852100"/>
          </a:xfrm>
          <a:prstGeom prst="ellipse">
            <a:avLst/>
          </a:prstGeom>
        </p:spPr>
      </p:pic>
      <p:grpSp>
        <p:nvGrpSpPr>
          <p:cNvPr id="1030979467" name="Google Shape;475;p30"/>
          <p:cNvGrpSpPr/>
          <p:nvPr/>
        </p:nvGrpSpPr>
        <p:grpSpPr bwMode="auto">
          <a:xfrm>
            <a:off x="4643689" y="2814981"/>
            <a:ext cx="2188531" cy="1862750"/>
            <a:chOff x="4643689" y="2814981"/>
            <a:chExt cx="2188531" cy="1862750"/>
          </a:xfrm>
        </p:grpSpPr>
        <p:sp>
          <p:nvSpPr>
            <p:cNvPr id="476" name="Google Shape;476;p30"/>
            <p:cNvSpPr/>
            <p:nvPr/>
          </p:nvSpPr>
          <p:spPr bwMode="auto">
            <a:xfrm rot="-2700000">
              <a:off x="5941284" y="4227394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 bwMode="auto">
            <a:xfrm>
              <a:off x="4643689" y="2814981"/>
              <a:ext cx="1596600" cy="15966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634711" name="Google Shape;491;p32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/>
              <a:t>Contenu</a:t>
            </a:r>
            <a:endParaRPr/>
          </a:p>
        </p:txBody>
      </p:sp>
      <p:sp>
        <p:nvSpPr>
          <p:cNvPr id="1248797066" name="Google Shape;485;p31"/>
          <p:cNvSpPr txBox="1"/>
          <p:nvPr/>
        </p:nvSpPr>
        <p:spPr bwMode="auto">
          <a:xfrm>
            <a:off x="805343" y="4615339"/>
            <a:ext cx="3511770" cy="31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00" b="1" i="0" u="none" strike="noStrike" cap="none" spc="0">
                <a:solidFill>
                  <a:schemeClr val="dk1"/>
                </a:solidFill>
                <a:latin typeface="Manrope"/>
                <a:ea typeface="Manrope"/>
                <a:cs typeface="Manrope"/>
              </a:rPr>
              <a:t>Duration of presentation: 15 min (5 min questions)</a:t>
            </a:r>
            <a:endParaRPr sz="1000" b="1" u="sng">
              <a:solidFill>
                <a:schemeClr val="dk1"/>
              </a:solidFill>
              <a:latin typeface="Manrope"/>
              <a:ea typeface="Manrope"/>
              <a:cs typeface="Manrope"/>
            </a:endParaRPr>
          </a:p>
        </p:txBody>
      </p:sp>
      <p:grpSp>
        <p:nvGrpSpPr>
          <p:cNvPr id="1817306361" name="Groupe 17"/>
          <p:cNvGrpSpPr/>
          <p:nvPr/>
        </p:nvGrpSpPr>
        <p:grpSpPr bwMode="auto">
          <a:xfrm>
            <a:off x="4866364" y="2073965"/>
            <a:ext cx="3092100" cy="732000"/>
            <a:chOff x="4866364" y="2073965"/>
            <a:chExt cx="3092100" cy="732000"/>
          </a:xfrm>
        </p:grpSpPr>
        <p:sp>
          <p:nvSpPr>
            <p:cNvPr id="39" name="Google Shape;496;p32"/>
            <p:cNvSpPr txBox="1"/>
            <p:nvPr/>
          </p:nvSpPr>
          <p:spPr bwMode="auto">
            <a:xfrm>
              <a:off x="4866364" y="21083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06</a:t>
              </a:r>
              <a:endParaRPr/>
            </a:p>
          </p:txBody>
        </p:sp>
        <p:sp>
          <p:nvSpPr>
            <p:cNvPr id="40" name="Google Shape;500;p32"/>
            <p:cNvSpPr txBox="1"/>
            <p:nvPr/>
          </p:nvSpPr>
          <p:spPr bwMode="auto">
            <a:xfrm>
              <a:off x="5648764" y="2073965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/>
                <a:t>XYZ</a:t>
              </a:r>
              <a:endParaRPr/>
            </a:p>
          </p:txBody>
        </p:sp>
      </p:grpSp>
      <p:grpSp>
        <p:nvGrpSpPr>
          <p:cNvPr id="98518182" name="Groupe 18"/>
          <p:cNvGrpSpPr/>
          <p:nvPr/>
        </p:nvGrpSpPr>
        <p:grpSpPr bwMode="auto">
          <a:xfrm>
            <a:off x="4866364" y="2922323"/>
            <a:ext cx="3092100" cy="732000"/>
            <a:chOff x="4866364" y="2922323"/>
            <a:chExt cx="3092100" cy="732000"/>
          </a:xfrm>
        </p:grpSpPr>
        <p:sp>
          <p:nvSpPr>
            <p:cNvPr id="41" name="Google Shape;496;p32"/>
            <p:cNvSpPr txBox="1"/>
            <p:nvPr/>
          </p:nvSpPr>
          <p:spPr bwMode="auto">
            <a:xfrm>
              <a:off x="4866364" y="29566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07</a:t>
              </a:r>
              <a:endParaRPr/>
            </a:p>
          </p:txBody>
        </p:sp>
        <p:sp>
          <p:nvSpPr>
            <p:cNvPr id="42" name="Google Shape;500;p32"/>
            <p:cNvSpPr txBox="1"/>
            <p:nvPr/>
          </p:nvSpPr>
          <p:spPr bwMode="auto">
            <a:xfrm>
              <a:off x="5648764" y="29223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/>
                <a:t>Conclusion</a:t>
              </a:r>
              <a:endParaRPr/>
            </a:p>
          </p:txBody>
        </p:sp>
      </p:grpSp>
      <p:grpSp>
        <p:nvGrpSpPr>
          <p:cNvPr id="1992061647" name="Groupe 19"/>
          <p:cNvGrpSpPr/>
          <p:nvPr/>
        </p:nvGrpSpPr>
        <p:grpSpPr bwMode="auto">
          <a:xfrm>
            <a:off x="4866364" y="3770681"/>
            <a:ext cx="3092100" cy="732000"/>
            <a:chOff x="4866364" y="3770681"/>
            <a:chExt cx="3092100" cy="732000"/>
          </a:xfrm>
        </p:grpSpPr>
        <p:sp>
          <p:nvSpPr>
            <p:cNvPr id="43" name="Google Shape;496;p32"/>
            <p:cNvSpPr txBox="1"/>
            <p:nvPr/>
          </p:nvSpPr>
          <p:spPr bwMode="auto">
            <a:xfrm>
              <a:off x="4866364" y="3805031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08</a:t>
              </a:r>
              <a:endParaRPr/>
            </a:p>
          </p:txBody>
        </p:sp>
        <p:sp>
          <p:nvSpPr>
            <p:cNvPr id="44" name="Google Shape;500;p32"/>
            <p:cNvSpPr txBox="1"/>
            <p:nvPr/>
          </p:nvSpPr>
          <p:spPr bwMode="auto">
            <a:xfrm>
              <a:off x="5648764" y="3770681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/>
                <a:t>Questions</a:t>
              </a:r>
              <a:endParaRPr/>
            </a:p>
          </p:txBody>
        </p:sp>
      </p:grpSp>
      <p:grpSp>
        <p:nvGrpSpPr>
          <p:cNvPr id="674765216" name="Groupe 12"/>
          <p:cNvGrpSpPr/>
          <p:nvPr/>
        </p:nvGrpSpPr>
        <p:grpSpPr bwMode="auto">
          <a:xfrm>
            <a:off x="891772" y="1221908"/>
            <a:ext cx="3092100" cy="732000"/>
            <a:chOff x="891772" y="1221908"/>
            <a:chExt cx="3092100" cy="732000"/>
          </a:xfrm>
        </p:grpSpPr>
        <p:sp>
          <p:nvSpPr>
            <p:cNvPr id="3" name="Google Shape;496;p32"/>
            <p:cNvSpPr txBox="1"/>
            <p:nvPr/>
          </p:nvSpPr>
          <p:spPr bwMode="auto">
            <a:xfrm>
              <a:off x="891772" y="1256258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01</a:t>
              </a:r>
              <a:endParaRPr/>
            </a:p>
          </p:txBody>
        </p:sp>
        <p:sp>
          <p:nvSpPr>
            <p:cNvPr id="4" name="Google Shape;500;p32"/>
            <p:cNvSpPr txBox="1"/>
            <p:nvPr/>
          </p:nvSpPr>
          <p:spPr bwMode="auto">
            <a:xfrm>
              <a:off x="1674172" y="1221908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b="1"/>
                <a:t>XYZ</a:t>
              </a:r>
              <a:endParaRPr/>
            </a:p>
          </p:txBody>
        </p:sp>
      </p:grpSp>
      <p:grpSp>
        <p:nvGrpSpPr>
          <p:cNvPr id="391081952" name="Groupe 13"/>
          <p:cNvGrpSpPr/>
          <p:nvPr/>
        </p:nvGrpSpPr>
        <p:grpSpPr bwMode="auto">
          <a:xfrm>
            <a:off x="891772" y="2070265"/>
            <a:ext cx="3223028" cy="732000"/>
            <a:chOff x="891772" y="2070265"/>
            <a:chExt cx="3223028" cy="732000"/>
          </a:xfrm>
        </p:grpSpPr>
        <p:sp>
          <p:nvSpPr>
            <p:cNvPr id="5" name="Google Shape;496;p32"/>
            <p:cNvSpPr txBox="1"/>
            <p:nvPr/>
          </p:nvSpPr>
          <p:spPr bwMode="auto">
            <a:xfrm>
              <a:off x="891772" y="21046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02</a:t>
              </a:r>
              <a:endParaRPr/>
            </a:p>
          </p:txBody>
        </p:sp>
        <p:sp>
          <p:nvSpPr>
            <p:cNvPr id="6" name="Google Shape;500;p32"/>
            <p:cNvSpPr txBox="1"/>
            <p:nvPr/>
          </p:nvSpPr>
          <p:spPr bwMode="auto">
            <a:xfrm>
              <a:off x="1674172" y="2070265"/>
              <a:ext cx="2440628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/>
                <a:t>XYZ</a:t>
              </a:r>
              <a:endParaRPr/>
            </a:p>
          </p:txBody>
        </p:sp>
      </p:grpSp>
      <p:grpSp>
        <p:nvGrpSpPr>
          <p:cNvPr id="3573316" name="Groupe 14"/>
          <p:cNvGrpSpPr/>
          <p:nvPr/>
        </p:nvGrpSpPr>
        <p:grpSpPr bwMode="auto">
          <a:xfrm>
            <a:off x="891772" y="2918623"/>
            <a:ext cx="3092100" cy="732000"/>
            <a:chOff x="891772" y="2918623"/>
            <a:chExt cx="3092100" cy="732000"/>
          </a:xfrm>
        </p:grpSpPr>
        <p:sp>
          <p:nvSpPr>
            <p:cNvPr id="7" name="Google Shape;496;p32"/>
            <p:cNvSpPr txBox="1"/>
            <p:nvPr/>
          </p:nvSpPr>
          <p:spPr bwMode="auto">
            <a:xfrm>
              <a:off x="891772" y="29529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03</a:t>
              </a:r>
              <a:endParaRPr/>
            </a:p>
          </p:txBody>
        </p:sp>
        <p:sp>
          <p:nvSpPr>
            <p:cNvPr id="8" name="Google Shape;500;p32"/>
            <p:cNvSpPr txBox="1"/>
            <p:nvPr/>
          </p:nvSpPr>
          <p:spPr bwMode="auto">
            <a:xfrm>
              <a:off x="1674172" y="29186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/>
                <a:t>XYZ</a:t>
              </a:r>
              <a:endParaRPr/>
            </a:p>
          </p:txBody>
        </p:sp>
      </p:grpSp>
      <p:grpSp>
        <p:nvGrpSpPr>
          <p:cNvPr id="408416946" name="Groupe 15"/>
          <p:cNvGrpSpPr/>
          <p:nvPr/>
        </p:nvGrpSpPr>
        <p:grpSpPr bwMode="auto">
          <a:xfrm>
            <a:off x="891772" y="3766981"/>
            <a:ext cx="3092100" cy="732000"/>
            <a:chOff x="891772" y="3766981"/>
            <a:chExt cx="3092100" cy="732000"/>
          </a:xfrm>
        </p:grpSpPr>
        <p:sp>
          <p:nvSpPr>
            <p:cNvPr id="9" name="Google Shape;496;p32"/>
            <p:cNvSpPr txBox="1"/>
            <p:nvPr/>
          </p:nvSpPr>
          <p:spPr bwMode="auto">
            <a:xfrm>
              <a:off x="891772" y="3801331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04</a:t>
              </a:r>
              <a:endParaRPr/>
            </a:p>
          </p:txBody>
        </p:sp>
        <p:sp>
          <p:nvSpPr>
            <p:cNvPr id="10" name="Google Shape;500;p32"/>
            <p:cNvSpPr txBox="1"/>
            <p:nvPr/>
          </p:nvSpPr>
          <p:spPr bwMode="auto">
            <a:xfrm>
              <a:off x="1674172" y="3766981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/>
                <a:t>XYZ</a:t>
              </a:r>
              <a:endParaRPr/>
            </a:p>
          </p:txBody>
        </p:sp>
      </p:grpSp>
      <p:grpSp>
        <p:nvGrpSpPr>
          <p:cNvPr id="1878989132" name="Groupe 16"/>
          <p:cNvGrpSpPr/>
          <p:nvPr/>
        </p:nvGrpSpPr>
        <p:grpSpPr bwMode="auto">
          <a:xfrm>
            <a:off x="4866364" y="1236174"/>
            <a:ext cx="2776496" cy="732000"/>
            <a:chOff x="4866364" y="1236174"/>
            <a:chExt cx="2776496" cy="732000"/>
          </a:xfrm>
        </p:grpSpPr>
        <p:sp>
          <p:nvSpPr>
            <p:cNvPr id="11" name="Google Shape;496;p32"/>
            <p:cNvSpPr txBox="1"/>
            <p:nvPr/>
          </p:nvSpPr>
          <p:spPr bwMode="auto">
            <a:xfrm>
              <a:off x="4866364" y="1270524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05</a:t>
              </a:r>
              <a:endParaRPr/>
            </a:p>
          </p:txBody>
        </p:sp>
        <p:sp>
          <p:nvSpPr>
            <p:cNvPr id="12" name="Google Shape;500;p32"/>
            <p:cNvSpPr txBox="1"/>
            <p:nvPr/>
          </p:nvSpPr>
          <p:spPr bwMode="auto">
            <a:xfrm>
              <a:off x="5648764" y="1236174"/>
              <a:ext cx="1994096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/>
                <a:t>XYZ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/>
              <a:t>XYZ</a:t>
            </a:r>
            <a:endParaRPr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/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1912932472" name="Google Shape;537;p35"/>
          <p:cNvSpPr txBox="1"/>
          <p:nvPr/>
        </p:nvSpPr>
        <p:spPr bwMode="auto">
          <a:xfrm>
            <a:off x="1043016" y="1549006"/>
            <a:ext cx="2358550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/>
              <a:t>xyz</a:t>
            </a:r>
            <a:endParaRPr lang="fr-FR"/>
          </a:p>
          <a:p>
            <a:pPr>
              <a:defRPr/>
            </a:pPr>
            <a:r>
              <a:rPr lang="fr-CH" i="1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/>
          </a:p>
        </p:txBody>
      </p:sp>
      <p:sp>
        <p:nvSpPr>
          <p:cNvPr id="611398426" name="Google Shape;537;p35"/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48916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8851" y="529463"/>
            <a:ext cx="4410900" cy="629025"/>
          </a:xfrm>
          <a:prstGeom prst="rect">
            <a:avLst/>
          </a:prstGeom>
        </p:spPr>
        <p:txBody>
          <a:bodyPr spcFirstLastPara="1" wrap="square" lIns="91423" tIns="91423" rIns="91423" bIns="91423" anchor="b" anchorCtr="0">
            <a:noAutofit/>
          </a:bodyPr>
          <a:lstStyle/>
          <a:p>
            <a:pPr lvl="0">
              <a:defRPr/>
            </a:pPr>
            <a:r>
              <a:rPr lang="fr-CH"/>
              <a:t>XYZ</a:t>
            </a:r>
            <a:endParaRPr>
              <a:latin typeface="Archivo"/>
              <a:ea typeface="Archivo"/>
              <a:cs typeface="Archivo"/>
            </a:endParaRPr>
          </a:p>
        </p:txBody>
      </p:sp>
      <p:sp>
        <p:nvSpPr>
          <p:cNvPr id="1271116073" name="Google Shape;538;p35"/>
          <p:cNvSpPr txBox="1"/>
          <p:nvPr/>
        </p:nvSpPr>
        <p:spPr bwMode="auto">
          <a:xfrm>
            <a:off x="774793" y="508738"/>
            <a:ext cx="1046700" cy="711599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02</a:t>
            </a:r>
            <a:endParaRPr/>
          </a:p>
        </p:txBody>
      </p:sp>
      <p:sp>
        <p:nvSpPr>
          <p:cNvPr id="1003396045" name="Google Shape;537;p35"/>
          <p:cNvSpPr txBox="1"/>
          <p:nvPr/>
        </p:nvSpPr>
        <p:spPr bwMode="auto">
          <a:xfrm>
            <a:off x="1043016" y="1549005"/>
            <a:ext cx="2358549" cy="2622361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/>
              <a:t>xyz</a:t>
            </a:r>
            <a:endParaRPr lang="fr-FR"/>
          </a:p>
          <a:p>
            <a:pPr>
              <a:defRPr/>
            </a:pPr>
            <a:r>
              <a:rPr lang="fr-CH" i="1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/>
          </a:p>
        </p:txBody>
      </p:sp>
      <p:sp>
        <p:nvSpPr>
          <p:cNvPr id="2024684349" name="Google Shape;537;p35"/>
          <p:cNvSpPr txBox="1"/>
          <p:nvPr/>
        </p:nvSpPr>
        <p:spPr bwMode="auto">
          <a:xfrm>
            <a:off x="1992661" y="938809"/>
            <a:ext cx="931037" cy="377509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2760400" name="Google Shape;529;p35"/>
          <p:cNvGrpSpPr/>
          <p:nvPr/>
        </p:nvGrpSpPr>
        <p:grpSpPr bwMode="auto">
          <a:xfrm>
            <a:off x="4733751" y="570105"/>
            <a:ext cx="5164500" cy="5143500"/>
            <a:chOff x="3979500" y="7000"/>
            <a:chExt cx="5164500" cy="5143500"/>
          </a:xfrm>
        </p:grpSpPr>
        <p:sp>
          <p:nvSpPr>
            <p:cNvPr id="530" name="Google Shape;530;p35"/>
            <p:cNvSpPr/>
            <p:nvPr/>
          </p:nvSpPr>
          <p:spPr bwMode="auto">
            <a:xfrm flipH="1">
              <a:off x="3979500" y="7000"/>
              <a:ext cx="5164500" cy="51435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1" name="Google Shape;531;p35"/>
            <p:cNvSpPr/>
            <p:nvPr/>
          </p:nvSpPr>
          <p:spPr bwMode="auto">
            <a:xfrm rot="-2699590">
              <a:off x="4521184" y="3647078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2" name="Google Shape;532;p35"/>
            <p:cNvSpPr/>
            <p:nvPr/>
          </p:nvSpPr>
          <p:spPr bwMode="auto">
            <a:xfrm rot="-2699590">
              <a:off x="7184489" y="2245051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3" name="Google Shape;533;p35"/>
            <p:cNvSpPr/>
            <p:nvPr/>
          </p:nvSpPr>
          <p:spPr bwMode="auto">
            <a:xfrm rot="-2699590">
              <a:off x="6716516" y="1166805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4" name="Google Shape;534;p35"/>
            <p:cNvSpPr/>
            <p:nvPr/>
          </p:nvSpPr>
          <p:spPr bwMode="auto">
            <a:xfrm rot="-2699590">
              <a:off x="5940285" y="3571560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5" name="Google Shape;535;p35"/>
            <p:cNvSpPr/>
            <p:nvPr/>
          </p:nvSpPr>
          <p:spPr bwMode="auto">
            <a:xfrm>
              <a:off x="6777914" y="2891180"/>
              <a:ext cx="1596600" cy="15966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21212156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2756" y="697639"/>
            <a:ext cx="4410900" cy="52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defRPr/>
            </a:pPr>
            <a:r>
              <a:rPr lang="fr-CH"/>
              <a:t>Conclusion</a:t>
            </a:r>
            <a:endParaRPr/>
          </a:p>
        </p:txBody>
      </p:sp>
      <p:sp>
        <p:nvSpPr>
          <p:cNvPr id="1729727829" name="Google Shape;537;p35"/>
          <p:cNvSpPr txBox="1">
            <a:spLocks noGrp="1"/>
          </p:cNvSpPr>
          <p:nvPr>
            <p:ph type="subTitle" idx="1"/>
          </p:nvPr>
        </p:nvSpPr>
        <p:spPr bwMode="auto">
          <a:xfrm>
            <a:off x="774794" y="1607355"/>
            <a:ext cx="3128257" cy="17959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defRPr/>
            </a:pPr>
            <a:r>
              <a:rPr lang="fr-CH" b="1"/>
              <a:t>     Apprentissage technique</a:t>
            </a:r>
            <a:endParaRPr lang="fr-FR" b="1"/>
          </a:p>
          <a:p>
            <a:pPr marL="0" lvl="0" indent="0">
              <a:defRPr/>
            </a:pPr>
            <a:r>
              <a:rPr lang="fr-FR" sz="1400"/>
              <a:t>Approfondissements majeurs</a:t>
            </a:r>
            <a:endParaRPr/>
          </a:p>
          <a:p>
            <a:pPr marL="285750" lvl="0" indent="-285750">
              <a:buFont typeface="Arial"/>
              <a:buChar char="•"/>
              <a:defRPr/>
            </a:pPr>
            <a:r>
              <a:rPr lang="fr-FR" sz="1400"/>
              <a:t>Routage IPv4/6</a:t>
            </a:r>
            <a:endParaRPr/>
          </a:p>
          <a:p>
            <a:pPr marL="285750" lvl="0" indent="-285750">
              <a:buFont typeface="Arial"/>
              <a:buChar char="•"/>
              <a:defRPr/>
            </a:pPr>
            <a:r>
              <a:rPr lang="fr-FR" sz="1400"/>
              <a:t>ACL</a:t>
            </a:r>
            <a:endParaRPr/>
          </a:p>
          <a:p>
            <a:pPr marL="285750" lvl="0" indent="-285750">
              <a:buFont typeface="Arial"/>
              <a:buChar char="•"/>
              <a:defRPr/>
            </a:pPr>
            <a:r>
              <a:rPr lang="fr-FR" sz="1400"/>
              <a:t>Config Cisco IOS</a:t>
            </a:r>
            <a:endParaRPr/>
          </a:p>
          <a:p>
            <a:pPr marL="0" lvl="0" indent="0">
              <a:defRPr/>
            </a:pPr>
            <a:endParaRPr lang="fr-FR"/>
          </a:p>
        </p:txBody>
      </p:sp>
      <p:sp>
        <p:nvSpPr>
          <p:cNvPr id="798734486" name="Google Shape;538;p35"/>
          <p:cNvSpPr txBox="1">
            <a:spLocks noGrp="1"/>
          </p:cNvSpPr>
          <p:nvPr>
            <p:ph type="title" idx="2"/>
          </p:nvPr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07</a:t>
            </a:r>
            <a:endParaRPr>
              <a:solidFill>
                <a:schemeClr val="bg1"/>
              </a:solidFill>
              <a:latin typeface="Archivo Black"/>
              <a:cs typeface="Archivo Black"/>
            </a:endParaRPr>
          </a:p>
        </p:txBody>
      </p:sp>
      <p:grpSp>
        <p:nvGrpSpPr>
          <p:cNvPr id="1137317848" name="Google Shape;540;p35"/>
          <p:cNvGrpSpPr/>
          <p:nvPr/>
        </p:nvGrpSpPr>
        <p:grpSpPr bwMode="auto">
          <a:xfrm>
            <a:off x="6159696" y="1607356"/>
            <a:ext cx="3160612" cy="3291131"/>
            <a:chOff x="5405445" y="1044251"/>
            <a:chExt cx="3160612" cy="3291131"/>
          </a:xfrm>
        </p:grpSpPr>
        <p:sp>
          <p:nvSpPr>
            <p:cNvPr id="541" name="Google Shape;541;p35"/>
            <p:cNvSpPr/>
            <p:nvPr/>
          </p:nvSpPr>
          <p:spPr bwMode="auto">
            <a:xfrm rot="-2700000">
              <a:off x="7675121" y="137961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42" name="Google Shape;542;p35"/>
            <p:cNvSpPr/>
            <p:nvPr/>
          </p:nvSpPr>
          <p:spPr bwMode="auto">
            <a:xfrm rot="-2700000">
              <a:off x="5300209" y="388504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3168246" name="Google Shape;537;p35"/>
          <p:cNvSpPr txBox="1"/>
          <p:nvPr/>
        </p:nvSpPr>
        <p:spPr bwMode="auto">
          <a:xfrm>
            <a:off x="4317632" y="1607356"/>
            <a:ext cx="2841477" cy="2156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6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9pPr>
          </a:lstStyle>
          <a:p>
            <a:pPr marL="0" indent="0">
              <a:defRPr/>
            </a:pPr>
            <a:r>
              <a:rPr lang="fr-CH" b="1"/>
              <a:t>     Défis rencontrés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fr-FR" sz="1400"/>
              <a:t>Bugs(beaucoup)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fr-FR" sz="1400"/>
              <a:t>Limitations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fr-FR" sz="1400"/>
              <a:t>Crashs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fr-FR" sz="1400"/>
              <a:t>Motivation</a:t>
            </a:r>
            <a:br>
              <a:rPr lang="fr-FR" sz="1400"/>
            </a:br>
            <a:endParaRPr lang="fr-FR" sz="1400"/>
          </a:p>
        </p:txBody>
      </p:sp>
      <p:sp>
        <p:nvSpPr>
          <p:cNvPr id="762511961" name="Google Shape;537;p35"/>
          <p:cNvSpPr txBox="1"/>
          <p:nvPr/>
        </p:nvSpPr>
        <p:spPr bwMode="auto">
          <a:xfrm>
            <a:off x="805217" y="3547865"/>
            <a:ext cx="3285142" cy="1171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6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9pPr>
          </a:lstStyle>
          <a:p>
            <a:pPr marL="0" indent="0">
              <a:defRPr/>
            </a:pPr>
            <a:r>
              <a:rPr lang="fr-CH" b="1"/>
              <a:t>     État de la simulation</a:t>
            </a:r>
            <a:endParaRPr/>
          </a:p>
          <a:p>
            <a:pPr marL="0" indent="0">
              <a:defRPr/>
            </a:pPr>
            <a:r>
              <a:rPr lang="fr-FR" sz="1400"/>
              <a:t>+ 100% fonctionnelle </a:t>
            </a:r>
            <a:br>
              <a:rPr lang="fr-FR" sz="1400"/>
            </a:br>
            <a:r>
              <a:rPr lang="fr-FR" sz="1400"/>
              <a:t>-  vulnérabilités de sécurité</a:t>
            </a:r>
            <a:endParaRPr lang="fr-FR"/>
          </a:p>
        </p:txBody>
      </p:sp>
      <p:sp>
        <p:nvSpPr>
          <p:cNvPr id="765830447" name="Google Shape;5212;p68"/>
          <p:cNvSpPr/>
          <p:nvPr/>
        </p:nvSpPr>
        <p:spPr bwMode="auto">
          <a:xfrm>
            <a:off x="813982" y="3644560"/>
            <a:ext cx="232813" cy="215982"/>
          </a:xfrm>
          <a:custGeom>
            <a:avLst/>
            <a:gdLst/>
            <a:ahLst/>
            <a:cxnLst/>
            <a:rect l="l" t="t" r="r" b="b"/>
            <a:pathLst>
              <a:path w="18956" h="17942" fill="norm" stroke="1" extrusionOk="0">
                <a:moveTo>
                  <a:pt x="6270" y="9375"/>
                </a:moveTo>
                <a:lnTo>
                  <a:pt x="6267" y="16812"/>
                </a:lnTo>
                <a:lnTo>
                  <a:pt x="1130" y="16812"/>
                </a:lnTo>
                <a:lnTo>
                  <a:pt x="1130" y="13545"/>
                </a:lnTo>
                <a:lnTo>
                  <a:pt x="6270" y="9375"/>
                </a:lnTo>
                <a:close/>
                <a:moveTo>
                  <a:pt x="7399" y="9116"/>
                </a:moveTo>
                <a:lnTo>
                  <a:pt x="12103" y="11534"/>
                </a:lnTo>
                <a:lnTo>
                  <a:pt x="12100" y="16812"/>
                </a:lnTo>
                <a:lnTo>
                  <a:pt x="7399" y="16812"/>
                </a:lnTo>
                <a:lnTo>
                  <a:pt x="7399" y="9116"/>
                </a:lnTo>
                <a:close/>
                <a:moveTo>
                  <a:pt x="564" y="1"/>
                </a:moveTo>
                <a:cubicBezTo>
                  <a:pt x="251" y="1"/>
                  <a:pt x="1" y="254"/>
                  <a:pt x="1" y="564"/>
                </a:cubicBezTo>
                <a:lnTo>
                  <a:pt x="1" y="13274"/>
                </a:lnTo>
                <a:lnTo>
                  <a:pt x="1" y="17376"/>
                </a:lnTo>
                <a:cubicBezTo>
                  <a:pt x="1" y="17689"/>
                  <a:pt x="251" y="17942"/>
                  <a:pt x="564" y="17942"/>
                </a:cubicBezTo>
                <a:lnTo>
                  <a:pt x="18324" y="17942"/>
                </a:lnTo>
                <a:cubicBezTo>
                  <a:pt x="18637" y="17942"/>
                  <a:pt x="18890" y="17689"/>
                  <a:pt x="18890" y="17376"/>
                </a:cubicBezTo>
                <a:cubicBezTo>
                  <a:pt x="18890" y="17062"/>
                  <a:pt x="18637" y="16812"/>
                  <a:pt x="18324" y="16812"/>
                </a:cubicBezTo>
                <a:lnTo>
                  <a:pt x="13232" y="16812"/>
                </a:lnTo>
                <a:lnTo>
                  <a:pt x="13232" y="11425"/>
                </a:lnTo>
                <a:lnTo>
                  <a:pt x="16210" y="8444"/>
                </a:lnTo>
                <a:lnTo>
                  <a:pt x="17400" y="9634"/>
                </a:lnTo>
                <a:cubicBezTo>
                  <a:pt x="17514" y="9748"/>
                  <a:pt x="17656" y="9799"/>
                  <a:pt x="17796" y="9799"/>
                </a:cubicBezTo>
                <a:cubicBezTo>
                  <a:pt x="18059" y="9799"/>
                  <a:pt x="18314" y="9616"/>
                  <a:pt x="18357" y="9317"/>
                </a:cubicBezTo>
                <a:lnTo>
                  <a:pt x="18905" y="5592"/>
                </a:lnTo>
                <a:cubicBezTo>
                  <a:pt x="18955" y="5247"/>
                  <a:pt x="18683" y="4948"/>
                  <a:pt x="18347" y="4948"/>
                </a:cubicBezTo>
                <a:cubicBezTo>
                  <a:pt x="18320" y="4948"/>
                  <a:pt x="18292" y="4950"/>
                  <a:pt x="18264" y="4954"/>
                </a:cubicBezTo>
                <a:lnTo>
                  <a:pt x="14539" y="5502"/>
                </a:lnTo>
                <a:cubicBezTo>
                  <a:pt x="14078" y="5568"/>
                  <a:pt x="13895" y="6132"/>
                  <a:pt x="14223" y="6460"/>
                </a:cubicBezTo>
                <a:lnTo>
                  <a:pt x="15412" y="7649"/>
                </a:lnTo>
                <a:lnTo>
                  <a:pt x="12558" y="10501"/>
                </a:lnTo>
                <a:lnTo>
                  <a:pt x="7092" y="7688"/>
                </a:lnTo>
                <a:lnTo>
                  <a:pt x="7059" y="7673"/>
                </a:lnTo>
                <a:lnTo>
                  <a:pt x="7044" y="7667"/>
                </a:lnTo>
                <a:cubicBezTo>
                  <a:pt x="7032" y="7661"/>
                  <a:pt x="7020" y="7658"/>
                  <a:pt x="7008" y="7655"/>
                </a:cubicBezTo>
                <a:cubicBezTo>
                  <a:pt x="7002" y="7652"/>
                  <a:pt x="6996" y="7649"/>
                  <a:pt x="6990" y="7649"/>
                </a:cubicBezTo>
                <a:lnTo>
                  <a:pt x="6957" y="7640"/>
                </a:lnTo>
                <a:lnTo>
                  <a:pt x="6942" y="7637"/>
                </a:lnTo>
                <a:cubicBezTo>
                  <a:pt x="6926" y="7634"/>
                  <a:pt x="6908" y="7631"/>
                  <a:pt x="6893" y="7628"/>
                </a:cubicBezTo>
                <a:lnTo>
                  <a:pt x="6770" y="7628"/>
                </a:lnTo>
                <a:cubicBezTo>
                  <a:pt x="6758" y="7631"/>
                  <a:pt x="6743" y="7634"/>
                  <a:pt x="6728" y="7637"/>
                </a:cubicBezTo>
                <a:lnTo>
                  <a:pt x="6710" y="7640"/>
                </a:lnTo>
                <a:lnTo>
                  <a:pt x="6680" y="7649"/>
                </a:lnTo>
                <a:lnTo>
                  <a:pt x="6658" y="7652"/>
                </a:lnTo>
                <a:cubicBezTo>
                  <a:pt x="6646" y="7658"/>
                  <a:pt x="6631" y="7664"/>
                  <a:pt x="6616" y="7670"/>
                </a:cubicBezTo>
                <a:cubicBezTo>
                  <a:pt x="6610" y="7670"/>
                  <a:pt x="6607" y="7673"/>
                  <a:pt x="6601" y="7676"/>
                </a:cubicBezTo>
                <a:cubicBezTo>
                  <a:pt x="6595" y="7679"/>
                  <a:pt x="6583" y="7685"/>
                  <a:pt x="6574" y="7688"/>
                </a:cubicBezTo>
                <a:lnTo>
                  <a:pt x="6556" y="7700"/>
                </a:lnTo>
                <a:cubicBezTo>
                  <a:pt x="6547" y="7703"/>
                  <a:pt x="6538" y="7709"/>
                  <a:pt x="6529" y="7715"/>
                </a:cubicBezTo>
                <a:lnTo>
                  <a:pt x="6514" y="7724"/>
                </a:lnTo>
                <a:cubicBezTo>
                  <a:pt x="6502" y="7733"/>
                  <a:pt x="6490" y="7743"/>
                  <a:pt x="6475" y="7752"/>
                </a:cubicBezTo>
                <a:lnTo>
                  <a:pt x="6475" y="7755"/>
                </a:lnTo>
                <a:lnTo>
                  <a:pt x="1130" y="12091"/>
                </a:lnTo>
                <a:lnTo>
                  <a:pt x="1130" y="564"/>
                </a:lnTo>
                <a:cubicBezTo>
                  <a:pt x="1130" y="254"/>
                  <a:pt x="877" y="1"/>
                  <a:pt x="564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765071983" name="Google Shape;5940;p70"/>
          <p:cNvGrpSpPr/>
          <p:nvPr/>
        </p:nvGrpSpPr>
        <p:grpSpPr bwMode="auto">
          <a:xfrm>
            <a:off x="774794" y="1684529"/>
            <a:ext cx="203272" cy="260571"/>
            <a:chOff x="-60597975" y="3367475"/>
            <a:chExt cx="268600" cy="317425"/>
          </a:xfrm>
          <a:solidFill>
            <a:schemeClr val="tx2"/>
          </a:solidFill>
        </p:grpSpPr>
        <p:sp>
          <p:nvSpPr>
            <p:cNvPr id="18" name="Google Shape;5941;p70"/>
            <p:cNvSpPr/>
            <p:nvPr/>
          </p:nvSpPr>
          <p:spPr bwMode="auto">
            <a:xfrm>
              <a:off x="-60535750" y="3495074"/>
              <a:ext cx="206375" cy="82725"/>
            </a:xfrm>
            <a:custGeom>
              <a:avLst/>
              <a:gdLst/>
              <a:ahLst/>
              <a:cxnLst/>
              <a:rect l="l" t="t" r="r" b="b"/>
              <a:pathLst>
                <a:path w="8255" h="3309" fill="norm" stroke="1" extrusionOk="0">
                  <a:moveTo>
                    <a:pt x="5357" y="1229"/>
                  </a:moveTo>
                  <a:cubicBezTo>
                    <a:pt x="5577" y="1229"/>
                    <a:pt x="5766" y="1418"/>
                    <a:pt x="5766" y="1607"/>
                  </a:cubicBezTo>
                  <a:cubicBezTo>
                    <a:pt x="5766" y="1890"/>
                    <a:pt x="5577" y="2048"/>
                    <a:pt x="5357" y="2048"/>
                  </a:cubicBezTo>
                  <a:lnTo>
                    <a:pt x="2049" y="2048"/>
                  </a:lnTo>
                  <a:cubicBezTo>
                    <a:pt x="1797" y="2048"/>
                    <a:pt x="1639" y="1859"/>
                    <a:pt x="1639" y="1607"/>
                  </a:cubicBezTo>
                  <a:cubicBezTo>
                    <a:pt x="1639" y="1386"/>
                    <a:pt x="1828" y="1229"/>
                    <a:pt x="2049" y="1229"/>
                  </a:cubicBezTo>
                  <a:close/>
                  <a:moveTo>
                    <a:pt x="1" y="0"/>
                  </a:moveTo>
                  <a:lnTo>
                    <a:pt x="1" y="3308"/>
                  </a:lnTo>
                  <a:lnTo>
                    <a:pt x="8255" y="3308"/>
                  </a:lnTo>
                  <a:lnTo>
                    <a:pt x="8255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9" name="Google Shape;5942;p70"/>
            <p:cNvSpPr/>
            <p:nvPr/>
          </p:nvSpPr>
          <p:spPr bwMode="auto">
            <a:xfrm>
              <a:off x="-60432575" y="3367475"/>
              <a:ext cx="20500" cy="47275"/>
            </a:xfrm>
            <a:custGeom>
              <a:avLst/>
              <a:gdLst/>
              <a:ahLst/>
              <a:cxnLst/>
              <a:rect l="l" t="t" r="r" b="b"/>
              <a:pathLst>
                <a:path w="820" h="1891" fill="norm" stroke="1" extrusionOk="0">
                  <a:moveTo>
                    <a:pt x="1" y="0"/>
                  </a:moveTo>
                  <a:lnTo>
                    <a:pt x="1" y="1891"/>
                  </a:lnTo>
                  <a:cubicBezTo>
                    <a:pt x="127" y="1765"/>
                    <a:pt x="221" y="1639"/>
                    <a:pt x="379" y="1639"/>
                  </a:cubicBezTo>
                  <a:cubicBezTo>
                    <a:pt x="600" y="1639"/>
                    <a:pt x="694" y="1765"/>
                    <a:pt x="820" y="1891"/>
                  </a:cubicBezTo>
                  <a:lnTo>
                    <a:pt x="82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0" name="Google Shape;5943;p70"/>
            <p:cNvSpPr/>
            <p:nvPr/>
          </p:nvSpPr>
          <p:spPr bwMode="auto">
            <a:xfrm>
              <a:off x="-60535750" y="3367475"/>
              <a:ext cx="206375" cy="107150"/>
            </a:xfrm>
            <a:custGeom>
              <a:avLst/>
              <a:gdLst/>
              <a:ahLst/>
              <a:cxnLst/>
              <a:rect l="l" t="t" r="r" b="b"/>
              <a:pathLst>
                <a:path w="8255" h="4286" fill="norm" stroke="1" extrusionOk="0">
                  <a:moveTo>
                    <a:pt x="1" y="0"/>
                  </a:moveTo>
                  <a:lnTo>
                    <a:pt x="1" y="4285"/>
                  </a:lnTo>
                  <a:lnTo>
                    <a:pt x="8255" y="4285"/>
                  </a:lnTo>
                  <a:lnTo>
                    <a:pt x="8255" y="1261"/>
                  </a:lnTo>
                  <a:cubicBezTo>
                    <a:pt x="8255" y="567"/>
                    <a:pt x="7720" y="32"/>
                    <a:pt x="7026" y="32"/>
                  </a:cubicBezTo>
                  <a:lnTo>
                    <a:pt x="5829" y="32"/>
                  </a:lnTo>
                  <a:lnTo>
                    <a:pt x="5829" y="2930"/>
                  </a:lnTo>
                  <a:cubicBezTo>
                    <a:pt x="5829" y="3182"/>
                    <a:pt x="5633" y="3350"/>
                    <a:pt x="5418" y="3350"/>
                  </a:cubicBezTo>
                  <a:cubicBezTo>
                    <a:pt x="5311" y="3350"/>
                    <a:pt x="5199" y="3308"/>
                    <a:pt x="5105" y="3214"/>
                  </a:cubicBezTo>
                  <a:lnTo>
                    <a:pt x="4569" y="2678"/>
                  </a:lnTo>
                  <a:lnTo>
                    <a:pt x="4002" y="3214"/>
                  </a:lnTo>
                  <a:cubicBezTo>
                    <a:pt x="3917" y="3289"/>
                    <a:pt x="3821" y="3322"/>
                    <a:pt x="3728" y="3322"/>
                  </a:cubicBezTo>
                  <a:cubicBezTo>
                    <a:pt x="3510" y="3322"/>
                    <a:pt x="3309" y="3142"/>
                    <a:pt x="3309" y="2899"/>
                  </a:cubicBezTo>
                  <a:lnTo>
                    <a:pt x="3309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1" name="Google Shape;5944;p70"/>
            <p:cNvSpPr/>
            <p:nvPr/>
          </p:nvSpPr>
          <p:spPr bwMode="auto">
            <a:xfrm>
              <a:off x="-60597975" y="3368175"/>
              <a:ext cx="40200" cy="316725"/>
            </a:xfrm>
            <a:custGeom>
              <a:avLst/>
              <a:gdLst/>
              <a:ahLst/>
              <a:cxnLst/>
              <a:rect l="l" t="t" r="r" b="b"/>
              <a:pathLst>
                <a:path w="1608" h="12669" fill="norm" stroke="1" extrusionOk="0">
                  <a:moveTo>
                    <a:pt x="337" y="0"/>
                  </a:moveTo>
                  <a:cubicBezTo>
                    <a:pt x="163" y="0"/>
                    <a:pt x="1" y="178"/>
                    <a:pt x="1" y="382"/>
                  </a:cubicBezTo>
                  <a:lnTo>
                    <a:pt x="1" y="12259"/>
                  </a:lnTo>
                  <a:cubicBezTo>
                    <a:pt x="1" y="12480"/>
                    <a:pt x="190" y="12669"/>
                    <a:pt x="379" y="12669"/>
                  </a:cubicBezTo>
                  <a:lnTo>
                    <a:pt x="1608" y="12669"/>
                  </a:lnTo>
                  <a:lnTo>
                    <a:pt x="1608" y="4"/>
                  </a:lnTo>
                  <a:lnTo>
                    <a:pt x="379" y="4"/>
                  </a:lnTo>
                  <a:cubicBezTo>
                    <a:pt x="365" y="2"/>
                    <a:pt x="351" y="0"/>
                    <a:pt x="33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2" name="Google Shape;5945;p70"/>
            <p:cNvSpPr/>
            <p:nvPr/>
          </p:nvSpPr>
          <p:spPr bwMode="auto">
            <a:xfrm>
              <a:off x="-60535750" y="3597449"/>
              <a:ext cx="206375" cy="86675"/>
            </a:xfrm>
            <a:custGeom>
              <a:avLst/>
              <a:gdLst/>
              <a:ahLst/>
              <a:cxnLst/>
              <a:rect l="l" t="t" r="r" b="b"/>
              <a:pathLst>
                <a:path w="8255" h="3467" fill="norm" stroke="1" extrusionOk="0">
                  <a:moveTo>
                    <a:pt x="1" y="1"/>
                  </a:moveTo>
                  <a:lnTo>
                    <a:pt x="1" y="3466"/>
                  </a:lnTo>
                  <a:lnTo>
                    <a:pt x="7026" y="3466"/>
                  </a:lnTo>
                  <a:cubicBezTo>
                    <a:pt x="7720" y="3466"/>
                    <a:pt x="8255" y="2931"/>
                    <a:pt x="8255" y="2206"/>
                  </a:cubicBezTo>
                  <a:lnTo>
                    <a:pt x="8255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373429779" name="Google Shape;5213;p68"/>
          <p:cNvGrpSpPr/>
          <p:nvPr/>
        </p:nvGrpSpPr>
        <p:grpSpPr bwMode="auto">
          <a:xfrm>
            <a:off x="4330388" y="1727185"/>
            <a:ext cx="223842" cy="259996"/>
            <a:chOff x="4492800" y="2027925"/>
            <a:chExt cx="414825" cy="481825"/>
          </a:xfrm>
          <a:solidFill>
            <a:schemeClr val="tx2"/>
          </a:solidFill>
        </p:grpSpPr>
        <p:sp>
          <p:nvSpPr>
            <p:cNvPr id="24" name="Google Shape;5214;p68"/>
            <p:cNvSpPr/>
            <p:nvPr/>
          </p:nvSpPr>
          <p:spPr bwMode="auto"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fill="norm" stroke="1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5215;p68"/>
            <p:cNvSpPr/>
            <p:nvPr/>
          </p:nvSpPr>
          <p:spPr bwMode="auto"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fill="norm" stroke="1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16704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Questions ?</a:t>
            </a:r>
            <a:endParaRPr lang="fr-CH" sz="380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326193362" name="Google Shape;538;p35"/>
          <p:cNvSpPr txBox="1"/>
          <p:nvPr/>
        </p:nvSpPr>
        <p:spPr bwMode="auto">
          <a:xfrm>
            <a:off x="3877658" y="1873909"/>
            <a:ext cx="1046700" cy="625450"/>
          </a:xfrm>
          <a:prstGeom prst="rect">
            <a:avLst/>
          </a:prstGeom>
          <a:solidFill>
            <a:srgbClr val="6194E6">
              <a:alpha val="7000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>
                    <a:alpha val="9000"/>
                  </a:schemeClr>
                </a:solidFill>
                <a:latin typeface="Archivo"/>
                <a:cs typeface="Archivo"/>
              </a:rPr>
              <a:t>0</a:t>
            </a:r>
            <a:r>
              <a:rPr lang="fr-CH" sz="4500">
                <a:solidFill>
                  <a:schemeClr val="bg1">
                    <a:alpha val="9000"/>
                  </a:schemeClr>
                </a:solidFill>
                <a:latin typeface="Archivo"/>
                <a:cs typeface="Archivo"/>
              </a:rPr>
              <a:t>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485630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Thanks for your attention !</a:t>
            </a:r>
            <a:endParaRPr lang="fr-CH" sz="380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usiness Administration School Center by Slidesgo">
  <a:themeElements>
    <a:clrScheme name="Simple Light">
      <a:dk1>
        <a:srgbClr val="092241"/>
      </a:dk1>
      <a:lt1>
        <a:srgbClr val="F8F8F8"/>
      </a:lt1>
      <a:dk2>
        <a:srgbClr val="B7B7B7"/>
      </a:dk2>
      <a:lt2>
        <a:srgbClr val="6194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92241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Présenation M4</dc:title>
  <dc:creator/>
  <cp:keywords>Réseau, Lukas, TINF2, 2026</cp:keywords>
  <cp:lastModifiedBy/>
  <cp:revision>6</cp:revision>
  <dcterms:modified xsi:type="dcterms:W3CDTF">2026-06-02T10:55:33Z</dcterms:modified>
</cp:coreProperties>
</file>