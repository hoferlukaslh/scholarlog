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removePersonalInfoOnSave="1" saveSubsetFonts="1" strictFirstAndLastChars="0">
  <p:sldMasterIdLst>
    <p:sldMasterId id="2147483648" r:id="rId1"/>
    <p:sldMasterId id="2147483656" r:id="rId2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25" d="100"/>
          <a:sy n="125" d="100"/>
        </p:scale>
        <p:origin x="533" y="466"/>
      </p:cViewPr>
      <p:guideLst>
        <p:guide pos="2880"/>
        <p:guide pos="16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81686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4745189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73227" name="Google Shape;451;gd431007ba2_0_20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337500" name="Google Shape;452;gd431007ba2_0_20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Date : format international standard ISO 8601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912282" name="Google Shape;488;gd431007ba2_0_21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583500" name="Google Shape;489;gd431007ba2_0_21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373041" name="Google Shape;544;gec9722e163_0_12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909557" name="Google Shape;545;gec9722e163_0_12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990250" name="Google Shape;544;gec9722e163_0_12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480146" name="Google Shape;545;gec9722e163_0_12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381937" name="Google Shape;526;g1dfe0b786a0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812391" name="Google Shape;527;g1dfe0b786a0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282905" name="Google Shape;8183;g277303276c8_0_1747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789279" name="Google Shape;8184;g277303276c8_0_1747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22817" name="Google Shape;8183;g277303276c8_0_1747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19980" name="Google Shape;8184;g277303276c8_0_1747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96940" name="Google Shape;8183;g277303276c8_0_1747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58924" name="Google Shape;8184;g277303276c8_0_1747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510166" name="Google Shape;9;p2"/>
          <p:cNvSpPr txBox="1">
            <a:spLocks noGrp="1"/>
          </p:cNvSpPr>
          <p:nvPr>
            <p:ph type="ctrTitle"/>
          </p:nvPr>
        </p:nvSpPr>
        <p:spPr bwMode="auto"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  <p:sp>
        <p:nvSpPr>
          <p:cNvPr id="1971866645" name="Google Shape;10;p2"/>
          <p:cNvSpPr txBox="1">
            <a:spLocks noGrp="1"/>
          </p:cNvSpPr>
          <p:nvPr>
            <p:ph type="subTitle" idx="1"/>
          </p:nvPr>
        </p:nvSpPr>
        <p:spPr bwMode="auto"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endParaRPr/>
          </a:p>
        </p:txBody>
      </p:sp>
      <p:sp>
        <p:nvSpPr>
          <p:cNvPr id="40916894" name="Google Shape;11;p2"/>
          <p:cNvSpPr>
            <a:spLocks noGrp="1"/>
          </p:cNvSpPr>
          <p:nvPr>
            <p:ph type="pic" idx="2"/>
          </p:nvPr>
        </p:nvSpPr>
        <p:spPr bwMode="auto"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fr-C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777187" name="Google Shape;13;p3"/>
          <p:cNvSpPr txBox="1">
            <a:spLocks noGrp="1"/>
          </p:cNvSpPr>
          <p:nvPr>
            <p:ph type="title"/>
          </p:nvPr>
        </p:nvSpPr>
        <p:spPr bwMode="auto">
          <a:xfrm>
            <a:off x="733575" y="1967900"/>
            <a:ext cx="4410900" cy="13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557193337" name="Google Shape;14;p3"/>
          <p:cNvSpPr txBox="1">
            <a:spLocks noGrp="1"/>
          </p:cNvSpPr>
          <p:nvPr>
            <p:ph type="title" idx="2" hasCustomPrompt="1"/>
          </p:nvPr>
        </p:nvSpPr>
        <p:spPr bwMode="auto">
          <a:xfrm>
            <a:off x="789425" y="539500"/>
            <a:ext cx="1046700" cy="1335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477997341" name="Google Shape;15;p3"/>
          <p:cNvSpPr txBox="1">
            <a:spLocks noGrp="1"/>
          </p:cNvSpPr>
          <p:nvPr>
            <p:ph type="subTitle" idx="1"/>
          </p:nvPr>
        </p:nvSpPr>
        <p:spPr bwMode="auto">
          <a:xfrm>
            <a:off x="733575" y="3376700"/>
            <a:ext cx="2770800" cy="7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7957890" name="Google Shape;16;p3"/>
          <p:cNvSpPr>
            <a:spLocks noGrp="1"/>
          </p:cNvSpPr>
          <p:nvPr>
            <p:ph type="pic" idx="3"/>
          </p:nvPr>
        </p:nvSpPr>
        <p:spPr bwMode="auto"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18644049" name="Google Shape;17;p3"/>
          <p:cNvGrpSpPr/>
          <p:nvPr/>
        </p:nvGrpSpPr>
        <p:grpSpPr bwMode="auto">
          <a:xfrm>
            <a:off x="3660304" y="399825"/>
            <a:ext cx="1309796" cy="257750"/>
            <a:chOff x="-6337521" y="4362225"/>
            <a:chExt cx="1309796" cy="257750"/>
          </a:xfrm>
        </p:grpSpPr>
        <p:sp>
          <p:nvSpPr>
            <p:cNvPr id="18" name="Google Shape;18;p3"/>
            <p:cNvSpPr/>
            <p:nvPr/>
          </p:nvSpPr>
          <p:spPr bwMode="auto"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 bwMode="auto"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 bwMode="auto"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 bwMode="auto"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 bwMode="auto"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 bwMode="auto"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 bwMode="auto"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 bwMode="auto"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 bwMode="auto"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 bwMode="auto"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378723" name="Google Shape;64;p6"/>
          <p:cNvSpPr txBox="1">
            <a:spLocks noGrp="1"/>
          </p:cNvSpPr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332656644" name="Google Shape;65;p6"/>
          <p:cNvGrpSpPr/>
          <p:nvPr/>
        </p:nvGrpSpPr>
        <p:grpSpPr bwMode="auto">
          <a:xfrm>
            <a:off x="7267300" y="387524"/>
            <a:ext cx="2456449" cy="5138686"/>
            <a:chOff x="7267300" y="387524"/>
            <a:chExt cx="2456449" cy="5138686"/>
          </a:xfrm>
        </p:grpSpPr>
        <p:grpSp>
          <p:nvGrpSpPr>
            <p:cNvPr id="66" name="Google Shape;66;p6"/>
            <p:cNvGrpSpPr/>
            <p:nvPr/>
          </p:nvGrpSpPr>
          <p:grpSpPr bwMode="auto">
            <a:xfrm rot="10800000" flipH="1">
              <a:off x="7432803" y="387524"/>
              <a:ext cx="1309796" cy="257750"/>
              <a:chOff x="-6337521" y="4362225"/>
              <a:chExt cx="1309796" cy="257750"/>
            </a:xfrm>
          </p:grpSpPr>
          <p:sp>
            <p:nvSpPr>
              <p:cNvPr id="67" name="Google Shape;67;p6"/>
              <p:cNvSpPr/>
              <p:nvPr/>
            </p:nvSpPr>
            <p:spPr bwMode="auto"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 bwMode="auto"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 bwMode="auto"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 bwMode="auto"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 bwMode="auto"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 bwMode="auto"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 bwMode="auto"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 bwMode="auto"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 bwMode="auto"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 bwMode="auto"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77" name="Google Shape;77;p6"/>
            <p:cNvGrpSpPr/>
            <p:nvPr/>
          </p:nvGrpSpPr>
          <p:grpSpPr bwMode="auto"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78" name="Google Shape;78;p6"/>
              <p:cNvSpPr/>
              <p:nvPr/>
            </p:nvSpPr>
            <p:spPr bwMode="auto">
              <a:xfrm rot="-5400000" flipH="1">
                <a:off x="7653475" y="-500"/>
                <a:ext cx="1554599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 bwMode="auto">
              <a:xfrm rot="2699364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able of contents" preserve="0" showMasterPhAnim="0" showMasterSp="1" userDrawn="1">
  <p:cSld name="BLANK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032834" name="Google Shape;159;p13"/>
          <p:cNvSpPr txBox="1">
            <a:spLocks noGrp="1"/>
          </p:cNvSpPr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0980383" name="Google Shape;160;p13"/>
          <p:cNvSpPr txBox="1">
            <a:spLocks noGrp="1"/>
          </p:cNvSpPr>
          <p:nvPr>
            <p:ph type="subTitle" idx="1"/>
          </p:nvPr>
        </p:nvSpPr>
        <p:spPr bwMode="auto"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8058971" name="Google Shape;161;p13"/>
          <p:cNvSpPr txBox="1">
            <a:spLocks noGrp="1"/>
          </p:cNvSpPr>
          <p:nvPr>
            <p:ph type="subTitle" idx="2"/>
          </p:nvPr>
        </p:nvSpPr>
        <p:spPr bwMode="auto"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3340933" name="Google Shape;162;p13"/>
          <p:cNvSpPr txBox="1">
            <a:spLocks noGrp="1"/>
          </p:cNvSpPr>
          <p:nvPr>
            <p:ph type="subTitle" idx="3"/>
          </p:nvPr>
        </p:nvSpPr>
        <p:spPr bwMode="auto"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475282" name="Google Shape;163;p13"/>
          <p:cNvSpPr txBox="1">
            <a:spLocks noGrp="1"/>
          </p:cNvSpPr>
          <p:nvPr>
            <p:ph type="subTitle" idx="4"/>
          </p:nvPr>
        </p:nvSpPr>
        <p:spPr bwMode="auto"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3389288" name="Google Shape;164;p13"/>
          <p:cNvSpPr txBox="1">
            <a:spLocks noGrp="1"/>
          </p:cNvSpPr>
          <p:nvPr>
            <p:ph type="title" idx="5" hasCustomPrompt="1"/>
          </p:nvPr>
        </p:nvSpPr>
        <p:spPr bwMode="auto"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18487547" name="Google Shape;165;p13"/>
          <p:cNvSpPr txBox="1">
            <a:spLocks noGrp="1"/>
          </p:cNvSpPr>
          <p:nvPr>
            <p:ph type="title" idx="6" hasCustomPrompt="1"/>
          </p:nvPr>
        </p:nvSpPr>
        <p:spPr bwMode="auto"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172952553" name="Google Shape;166;p13"/>
          <p:cNvSpPr txBox="1">
            <a:spLocks noGrp="1"/>
          </p:cNvSpPr>
          <p:nvPr>
            <p:ph type="title" idx="7" hasCustomPrompt="1"/>
          </p:nvPr>
        </p:nvSpPr>
        <p:spPr bwMode="auto"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854106412" name="Google Shape;167;p13"/>
          <p:cNvSpPr txBox="1">
            <a:spLocks noGrp="1"/>
          </p:cNvSpPr>
          <p:nvPr>
            <p:ph type="title" idx="8" hasCustomPrompt="1"/>
          </p:nvPr>
        </p:nvSpPr>
        <p:spPr bwMode="auto"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71445080" name="Google Shape;168;p13"/>
          <p:cNvSpPr txBox="1">
            <a:spLocks noGrp="1"/>
          </p:cNvSpPr>
          <p:nvPr>
            <p:ph type="subTitle" idx="9"/>
          </p:nvPr>
        </p:nvSpPr>
        <p:spPr bwMode="auto"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16908896" name="Google Shape;169;p13"/>
          <p:cNvSpPr txBox="1">
            <a:spLocks noGrp="1"/>
          </p:cNvSpPr>
          <p:nvPr>
            <p:ph type="subTitle" idx="13"/>
          </p:nvPr>
        </p:nvSpPr>
        <p:spPr bwMode="auto"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1117768" name="Google Shape;170;p13"/>
          <p:cNvSpPr txBox="1">
            <a:spLocks noGrp="1"/>
          </p:cNvSpPr>
          <p:nvPr>
            <p:ph type="subTitle" idx="14"/>
          </p:nvPr>
        </p:nvSpPr>
        <p:spPr bwMode="auto"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76025591" name="Google Shape;171;p13"/>
          <p:cNvSpPr txBox="1">
            <a:spLocks noGrp="1"/>
          </p:cNvSpPr>
          <p:nvPr>
            <p:ph type="subTitle" idx="15"/>
          </p:nvPr>
        </p:nvSpPr>
        <p:spPr bwMode="auto"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986102319" name="Google Shape;172;p13"/>
          <p:cNvGrpSpPr/>
          <p:nvPr/>
        </p:nvGrpSpPr>
        <p:grpSpPr bwMode="auto"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 bwMode="auto">
            <a:xfrm rot="-5400000" flipH="1">
              <a:off x="7653475" y="-58150"/>
              <a:ext cx="1554599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 bwMode="auto"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 bwMode="auto">
              <a:xfrm rot="2699364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 bwMode="auto"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showMasterSp="1" userDrawn="1">
  <p:cSld name="CUSTOM_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1571802" name="Google Shape;409;p25"/>
          <p:cNvGrpSpPr/>
          <p:nvPr/>
        </p:nvGrpSpPr>
        <p:grpSpPr bwMode="auto"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 bwMode="auto">
            <a:xfrm>
              <a:off x="7432803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 bwMode="auto"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 bwMode="auto"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 bwMode="auto"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 bwMode="auto"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 bwMode="auto"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 bwMode="auto"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 bwMode="auto"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 bwMode="auto"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 bwMode="auto"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 bwMode="auto"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 bwMode="auto"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 bwMode="auto">
              <a:xfrm rot="-5400000" flipH="1">
                <a:off x="7653475" y="-500"/>
                <a:ext cx="1554599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 bwMode="auto">
              <a:xfrm rot="2699364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showMasterSp="1" userDrawn="1">
  <p:cSld name="CUSTOM_9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1594238" name="Google Shape;427;p26"/>
          <p:cNvGrpSpPr/>
          <p:nvPr/>
        </p:nvGrpSpPr>
        <p:grpSpPr bwMode="auto">
          <a:xfrm>
            <a:off x="7267300" y="387524"/>
            <a:ext cx="2456449" cy="5138686"/>
            <a:chOff x="7267300" y="387524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 bwMode="auto">
            <a:xfrm rot="10800000" flipH="1">
              <a:off x="7432803" y="387524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 bwMode="auto"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 bwMode="auto"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 bwMode="auto"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 bwMode="auto"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 bwMode="auto"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 bwMode="auto"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 bwMode="auto"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 bwMode="auto"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 bwMode="auto"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 bwMode="auto"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 bwMode="auto"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 bwMode="auto">
              <a:xfrm rot="-5400000" flipH="1">
                <a:off x="7653475" y="-500"/>
                <a:ext cx="1554599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 bwMode="auto">
              <a:xfrm rot="2699364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 slide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630359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88978743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139994" name="Google Shape;445;p27"/>
          <p:cNvSpPr txBox="1">
            <a:spLocks noGrp="1"/>
          </p:cNvSpPr>
          <p:nvPr>
            <p:ph type="title"/>
          </p:nvPr>
        </p:nvSpPr>
        <p:spPr bwMode="auto"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94884575" name="Google Shape;446;p27"/>
          <p:cNvSpPr txBox="1">
            <a:spLocks noGrp="1"/>
          </p:cNvSpPr>
          <p:nvPr>
            <p:ph type="body" idx="1"/>
          </p:nvPr>
        </p:nvSpPr>
        <p:spPr bwMode="auto"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lvl="1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lvl="2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lvl="3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lvl="4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lvl="5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lvl="6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lvl="7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lvl="8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286081" name="Google Shape;454;p30"/>
          <p:cNvSpPr txBox="1">
            <a:spLocks noGrp="1"/>
          </p:cNvSpPr>
          <p:nvPr>
            <p:ph type="ctrTitle"/>
          </p:nvPr>
        </p:nvSpPr>
        <p:spPr bwMode="auto">
          <a:xfrm>
            <a:off x="713225" y="539500"/>
            <a:ext cx="5099746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b="0">
                <a:latin typeface="Archivo Black"/>
                <a:ea typeface="Archivo Black"/>
                <a:cs typeface="Archivo Black"/>
              </a:rPr>
              <a:t>Présentation M</a:t>
            </a:r>
            <a:r>
              <a:rPr lang="fr-CH" b="0">
                <a:latin typeface="Archivo Black"/>
                <a:ea typeface="Archivo Black"/>
                <a:cs typeface="Archivo Black"/>
              </a:rPr>
              <a:t>5</a:t>
            </a:r>
            <a:r>
              <a:rPr lang="en" b="0">
                <a:latin typeface="Archivo Black"/>
                <a:ea typeface="Archivo Black"/>
                <a:cs typeface="Archivo Black"/>
              </a:rPr>
              <a:t> - </a:t>
            </a:r>
            <a:r>
              <a:rPr lang="fr-CH" b="0">
                <a:latin typeface="Archivo Black"/>
                <a:ea typeface="Archivo Black"/>
                <a:cs typeface="Archivo Black"/>
              </a:rPr>
              <a:t>ScholarLog</a:t>
            </a:r>
            <a:endParaRPr>
              <a:latin typeface="Archivo"/>
              <a:ea typeface="Archivo"/>
              <a:cs typeface="Archivo"/>
            </a:endParaRPr>
          </a:p>
        </p:txBody>
      </p:sp>
      <p:sp>
        <p:nvSpPr>
          <p:cNvPr id="326969075" name="Google Shape;455;p30"/>
          <p:cNvSpPr txBox="1">
            <a:spLocks noGrp="1"/>
          </p:cNvSpPr>
          <p:nvPr>
            <p:ph type="subTitle" idx="1"/>
          </p:nvPr>
        </p:nvSpPr>
        <p:spPr bwMode="auto">
          <a:xfrm>
            <a:off x="781972" y="2060180"/>
            <a:ext cx="3461865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defRPr/>
            </a:pPr>
            <a:r>
              <a:rPr lang="fr-CH"/>
              <a:t>17.06.13 - Hofer Lukas - TINF2</a:t>
            </a:r>
            <a:endParaRPr/>
          </a:p>
        </p:txBody>
      </p:sp>
      <p:grpSp>
        <p:nvGrpSpPr>
          <p:cNvPr id="955727879" name="Google Shape;456;p30"/>
          <p:cNvGrpSpPr/>
          <p:nvPr/>
        </p:nvGrpSpPr>
        <p:grpSpPr bwMode="auto">
          <a:xfrm>
            <a:off x="5146551" y="1161090"/>
            <a:ext cx="4429800" cy="4367100"/>
            <a:chOff x="4926061" y="968050"/>
            <a:chExt cx="4429800" cy="4367100"/>
          </a:xfrm>
        </p:grpSpPr>
        <p:sp>
          <p:nvSpPr>
            <p:cNvPr id="457" name="Google Shape;457;p30"/>
            <p:cNvSpPr/>
            <p:nvPr/>
          </p:nvSpPr>
          <p:spPr bwMode="auto">
            <a:xfrm flipH="1">
              <a:off x="4926061" y="968050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 bwMode="auto"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 bwMode="auto"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 bwMode="auto"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 bwMode="auto"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 bwMode="auto"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781414087" name="Google Shape;463;p30"/>
          <p:cNvGrpSpPr/>
          <p:nvPr/>
        </p:nvGrpSpPr>
        <p:grpSpPr bwMode="auto"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 bwMode="auto"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 bwMode="auto"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 bwMode="auto"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 bwMode="auto"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 bwMode="auto"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 bwMode="auto"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 bwMode="auto"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 bwMode="auto"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 bwMode="auto"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 bwMode="auto"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1282946650" name="Google Shape;474;p30"/>
          <p:cNvPicPr>
            <a:picLocks noGrp="1"/>
          </p:cNvPicPr>
          <p:nvPr>
            <p:ph type="pic" idx="2"/>
          </p:nvPr>
        </p:nvPicPr>
        <p:blipFill rotWithShape="1">
          <a:blip r:embed="rId3"/>
          <a:srcRect l="16925" t="4496" r="13676" b="-11269"/>
        </p:blipFill>
        <p:spPr bwMode="auto">
          <a:xfrm>
            <a:off x="5693942" y="1661616"/>
            <a:ext cx="2852100" cy="2852100"/>
          </a:xfrm>
          <a:prstGeom prst="ellipse">
            <a:avLst/>
          </a:prstGeom>
        </p:spPr>
      </p:pic>
      <p:grpSp>
        <p:nvGrpSpPr>
          <p:cNvPr id="1213916532" name="Google Shape;475;p30"/>
          <p:cNvGrpSpPr/>
          <p:nvPr/>
        </p:nvGrpSpPr>
        <p:grpSpPr bwMode="auto"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 bwMode="auto"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 bwMode="auto"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157952" name="Google Shape;491;p32"/>
          <p:cNvSpPr txBox="1">
            <a:spLocks noGrp="1"/>
          </p:cNvSpPr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"/>
              <a:t>Contenu</a:t>
            </a:r>
            <a:endParaRPr/>
          </a:p>
        </p:txBody>
      </p:sp>
      <p:sp>
        <p:nvSpPr>
          <p:cNvPr id="971178695" name="Google Shape;485;p31"/>
          <p:cNvSpPr txBox="1"/>
          <p:nvPr/>
        </p:nvSpPr>
        <p:spPr bwMode="auto">
          <a:xfrm>
            <a:off x="805343" y="4615339"/>
            <a:ext cx="3511770" cy="31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000" b="1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Duration of presentation: 15 min (5 min questions)</a:t>
            </a:r>
            <a:endParaRPr sz="1000" b="1" u="sng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grpSp>
        <p:nvGrpSpPr>
          <p:cNvPr id="329879711" name="Groupe 17"/>
          <p:cNvGrpSpPr/>
          <p:nvPr/>
        </p:nvGrpSpPr>
        <p:grpSpPr bwMode="auto">
          <a:xfrm>
            <a:off x="4866364" y="2073965"/>
            <a:ext cx="3092100" cy="732000"/>
            <a:chOff x="4866364" y="2073965"/>
            <a:chExt cx="3092100" cy="732000"/>
          </a:xfrm>
        </p:grpSpPr>
        <p:sp>
          <p:nvSpPr>
            <p:cNvPr id="39" name="Google Shape;496;p32"/>
            <p:cNvSpPr txBox="1"/>
            <p:nvPr/>
          </p:nvSpPr>
          <p:spPr bwMode="auto">
            <a:xfrm>
              <a:off x="4866364" y="2108315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06</a:t>
              </a:r>
              <a:endParaRPr/>
            </a:p>
          </p:txBody>
        </p:sp>
        <p:sp>
          <p:nvSpPr>
            <p:cNvPr id="40" name="Google Shape;500;p32"/>
            <p:cNvSpPr txBox="1"/>
            <p:nvPr/>
          </p:nvSpPr>
          <p:spPr bwMode="auto">
            <a:xfrm>
              <a:off x="5648764" y="2073965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/>
                <a:t>XYZ</a:t>
              </a:r>
              <a:endParaRPr/>
            </a:p>
          </p:txBody>
        </p:sp>
      </p:grpSp>
      <p:grpSp>
        <p:nvGrpSpPr>
          <p:cNvPr id="805676674" name="Groupe 18"/>
          <p:cNvGrpSpPr/>
          <p:nvPr/>
        </p:nvGrpSpPr>
        <p:grpSpPr bwMode="auto">
          <a:xfrm>
            <a:off x="4866364" y="2922323"/>
            <a:ext cx="3092100" cy="732000"/>
            <a:chOff x="4866364" y="2922323"/>
            <a:chExt cx="3092100" cy="732000"/>
          </a:xfrm>
        </p:grpSpPr>
        <p:sp>
          <p:nvSpPr>
            <p:cNvPr id="41" name="Google Shape;496;p32"/>
            <p:cNvSpPr txBox="1"/>
            <p:nvPr/>
          </p:nvSpPr>
          <p:spPr bwMode="auto">
            <a:xfrm>
              <a:off x="4866364" y="2956673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07</a:t>
              </a:r>
              <a:endParaRPr/>
            </a:p>
          </p:txBody>
        </p:sp>
        <p:sp>
          <p:nvSpPr>
            <p:cNvPr id="42" name="Google Shape;500;p32"/>
            <p:cNvSpPr txBox="1"/>
            <p:nvPr/>
          </p:nvSpPr>
          <p:spPr bwMode="auto">
            <a:xfrm>
              <a:off x="5648764" y="2922323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/>
                <a:t>Conclusion</a:t>
              </a:r>
              <a:endParaRPr/>
            </a:p>
          </p:txBody>
        </p:sp>
      </p:grpSp>
      <p:grpSp>
        <p:nvGrpSpPr>
          <p:cNvPr id="1536857106" name="Groupe 19"/>
          <p:cNvGrpSpPr/>
          <p:nvPr/>
        </p:nvGrpSpPr>
        <p:grpSpPr bwMode="auto">
          <a:xfrm>
            <a:off x="4866364" y="3770681"/>
            <a:ext cx="3092100" cy="732000"/>
            <a:chOff x="4866364" y="3770681"/>
            <a:chExt cx="3092100" cy="732000"/>
          </a:xfrm>
        </p:grpSpPr>
        <p:sp>
          <p:nvSpPr>
            <p:cNvPr id="43" name="Google Shape;496;p32"/>
            <p:cNvSpPr txBox="1"/>
            <p:nvPr/>
          </p:nvSpPr>
          <p:spPr bwMode="auto">
            <a:xfrm>
              <a:off x="4866364" y="3805031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08</a:t>
              </a:r>
              <a:endParaRPr/>
            </a:p>
          </p:txBody>
        </p:sp>
        <p:sp>
          <p:nvSpPr>
            <p:cNvPr id="44" name="Google Shape;500;p32"/>
            <p:cNvSpPr txBox="1"/>
            <p:nvPr/>
          </p:nvSpPr>
          <p:spPr bwMode="auto">
            <a:xfrm>
              <a:off x="5648764" y="3770681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/>
                <a:t>Questions</a:t>
              </a:r>
              <a:endParaRPr/>
            </a:p>
          </p:txBody>
        </p:sp>
      </p:grpSp>
      <p:grpSp>
        <p:nvGrpSpPr>
          <p:cNvPr id="9327541" name="Groupe 12"/>
          <p:cNvGrpSpPr/>
          <p:nvPr/>
        </p:nvGrpSpPr>
        <p:grpSpPr bwMode="auto">
          <a:xfrm>
            <a:off x="891772" y="1221908"/>
            <a:ext cx="3092100" cy="732000"/>
            <a:chOff x="891772" y="1221908"/>
            <a:chExt cx="3092100" cy="732000"/>
          </a:xfrm>
        </p:grpSpPr>
        <p:sp>
          <p:nvSpPr>
            <p:cNvPr id="3" name="Google Shape;496;p32"/>
            <p:cNvSpPr txBox="1"/>
            <p:nvPr/>
          </p:nvSpPr>
          <p:spPr bwMode="auto">
            <a:xfrm>
              <a:off x="891772" y="1256258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01</a:t>
              </a:r>
              <a:endParaRPr/>
            </a:p>
          </p:txBody>
        </p:sp>
        <p:sp>
          <p:nvSpPr>
            <p:cNvPr id="4" name="Google Shape;500;p32"/>
            <p:cNvSpPr txBox="1"/>
            <p:nvPr/>
          </p:nvSpPr>
          <p:spPr bwMode="auto">
            <a:xfrm>
              <a:off x="1674172" y="1221908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lvl="0" indent="0">
                <a:defRPr/>
              </a:pPr>
              <a:r>
                <a:rPr lang="fr-CH" b="1"/>
                <a:t>XYZ</a:t>
              </a:r>
              <a:endParaRPr/>
            </a:p>
          </p:txBody>
        </p:sp>
      </p:grpSp>
      <p:grpSp>
        <p:nvGrpSpPr>
          <p:cNvPr id="1325493887" name="Groupe 13"/>
          <p:cNvGrpSpPr/>
          <p:nvPr/>
        </p:nvGrpSpPr>
        <p:grpSpPr bwMode="auto">
          <a:xfrm>
            <a:off x="891772" y="2070265"/>
            <a:ext cx="3223028" cy="732000"/>
            <a:chOff x="891772" y="2070265"/>
            <a:chExt cx="3223028" cy="732000"/>
          </a:xfrm>
        </p:grpSpPr>
        <p:sp>
          <p:nvSpPr>
            <p:cNvPr id="5" name="Google Shape;496;p32"/>
            <p:cNvSpPr txBox="1"/>
            <p:nvPr/>
          </p:nvSpPr>
          <p:spPr bwMode="auto">
            <a:xfrm>
              <a:off x="891772" y="2104615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02</a:t>
              </a:r>
              <a:endParaRPr/>
            </a:p>
          </p:txBody>
        </p:sp>
        <p:sp>
          <p:nvSpPr>
            <p:cNvPr id="6" name="Google Shape;500;p32"/>
            <p:cNvSpPr txBox="1"/>
            <p:nvPr/>
          </p:nvSpPr>
          <p:spPr bwMode="auto">
            <a:xfrm>
              <a:off x="1674172" y="2070265"/>
              <a:ext cx="2440628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/>
                <a:t>XYZ</a:t>
              </a:r>
              <a:endParaRPr/>
            </a:p>
          </p:txBody>
        </p:sp>
      </p:grpSp>
      <p:grpSp>
        <p:nvGrpSpPr>
          <p:cNvPr id="701558643" name="Groupe 14"/>
          <p:cNvGrpSpPr/>
          <p:nvPr/>
        </p:nvGrpSpPr>
        <p:grpSpPr bwMode="auto">
          <a:xfrm>
            <a:off x="891772" y="2918623"/>
            <a:ext cx="3092100" cy="732000"/>
            <a:chOff x="891772" y="2918623"/>
            <a:chExt cx="3092100" cy="732000"/>
          </a:xfrm>
        </p:grpSpPr>
        <p:sp>
          <p:nvSpPr>
            <p:cNvPr id="7" name="Google Shape;496;p32"/>
            <p:cNvSpPr txBox="1"/>
            <p:nvPr/>
          </p:nvSpPr>
          <p:spPr bwMode="auto">
            <a:xfrm>
              <a:off x="891772" y="2952973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03</a:t>
              </a:r>
              <a:endParaRPr/>
            </a:p>
          </p:txBody>
        </p:sp>
        <p:sp>
          <p:nvSpPr>
            <p:cNvPr id="8" name="Google Shape;500;p32"/>
            <p:cNvSpPr txBox="1"/>
            <p:nvPr/>
          </p:nvSpPr>
          <p:spPr bwMode="auto">
            <a:xfrm>
              <a:off x="1674172" y="2918623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/>
                <a:t>XYZ</a:t>
              </a:r>
              <a:endParaRPr/>
            </a:p>
          </p:txBody>
        </p:sp>
      </p:grpSp>
      <p:grpSp>
        <p:nvGrpSpPr>
          <p:cNvPr id="2002535321" name="Groupe 15"/>
          <p:cNvGrpSpPr/>
          <p:nvPr/>
        </p:nvGrpSpPr>
        <p:grpSpPr bwMode="auto">
          <a:xfrm>
            <a:off x="891772" y="3766981"/>
            <a:ext cx="3092100" cy="732000"/>
            <a:chOff x="891772" y="3766981"/>
            <a:chExt cx="3092100" cy="732000"/>
          </a:xfrm>
        </p:grpSpPr>
        <p:sp>
          <p:nvSpPr>
            <p:cNvPr id="9" name="Google Shape;496;p32"/>
            <p:cNvSpPr txBox="1"/>
            <p:nvPr/>
          </p:nvSpPr>
          <p:spPr bwMode="auto">
            <a:xfrm>
              <a:off x="891772" y="3801331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04</a:t>
              </a:r>
              <a:endParaRPr/>
            </a:p>
          </p:txBody>
        </p:sp>
        <p:sp>
          <p:nvSpPr>
            <p:cNvPr id="10" name="Google Shape;500;p32"/>
            <p:cNvSpPr txBox="1"/>
            <p:nvPr/>
          </p:nvSpPr>
          <p:spPr bwMode="auto">
            <a:xfrm>
              <a:off x="1674172" y="3766981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lvl="0" indent="0">
                <a:defRPr/>
              </a:pPr>
              <a:r>
                <a:rPr lang="fr-CH"/>
                <a:t>XYZ</a:t>
              </a:r>
              <a:endParaRPr/>
            </a:p>
          </p:txBody>
        </p:sp>
      </p:grpSp>
      <p:grpSp>
        <p:nvGrpSpPr>
          <p:cNvPr id="57883044" name="Groupe 16"/>
          <p:cNvGrpSpPr/>
          <p:nvPr/>
        </p:nvGrpSpPr>
        <p:grpSpPr bwMode="auto">
          <a:xfrm>
            <a:off x="4866364" y="1236174"/>
            <a:ext cx="2776496" cy="732000"/>
            <a:chOff x="4866364" y="1236174"/>
            <a:chExt cx="2776496" cy="732000"/>
          </a:xfrm>
        </p:grpSpPr>
        <p:sp>
          <p:nvSpPr>
            <p:cNvPr id="11" name="Google Shape;496;p32"/>
            <p:cNvSpPr txBox="1"/>
            <p:nvPr/>
          </p:nvSpPr>
          <p:spPr bwMode="auto">
            <a:xfrm>
              <a:off x="4866364" y="1270524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05</a:t>
              </a:r>
              <a:endParaRPr/>
            </a:p>
          </p:txBody>
        </p:sp>
        <p:sp>
          <p:nvSpPr>
            <p:cNvPr id="12" name="Google Shape;500;p32"/>
            <p:cNvSpPr txBox="1"/>
            <p:nvPr/>
          </p:nvSpPr>
          <p:spPr bwMode="auto">
            <a:xfrm>
              <a:off x="5648764" y="1236174"/>
              <a:ext cx="1994096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lvl="0" indent="0">
                <a:defRPr/>
              </a:pPr>
              <a:r>
                <a:rPr lang="fr-CH"/>
                <a:t>XYZ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38964" name="Google Shape;536;p35"/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441090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/>
              <a:t>XYZ</a:t>
            </a:r>
            <a:endParaRPr>
              <a:latin typeface="Archivo"/>
              <a:ea typeface="Archivo"/>
              <a:cs typeface="Archivo"/>
            </a:endParaRPr>
          </a:p>
        </p:txBody>
      </p:sp>
      <p:sp>
        <p:nvSpPr>
          <p:cNvPr id="1645795388" name="Google Shape;538;p35"/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>
                <a:solidFill>
                  <a:schemeClr val="bg1"/>
                </a:solidFill>
                <a:latin typeface="Archivo Black"/>
                <a:cs typeface="Archivo Black"/>
              </a:rPr>
              <a:t>1</a:t>
            </a:r>
            <a:endParaRPr/>
          </a:p>
        </p:txBody>
      </p:sp>
      <p:sp>
        <p:nvSpPr>
          <p:cNvPr id="2113911976" name="Google Shape;537;p35"/>
          <p:cNvSpPr txBox="1"/>
          <p:nvPr/>
        </p:nvSpPr>
        <p:spPr bwMode="auto">
          <a:xfrm>
            <a:off x="1043016" y="1549006"/>
            <a:ext cx="2358550" cy="2622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b="1"/>
              <a:t>xyz</a:t>
            </a:r>
            <a:endParaRPr lang="fr-FR"/>
          </a:p>
          <a:p>
            <a:pPr>
              <a:defRPr/>
            </a:pPr>
            <a:r>
              <a:rPr lang="fr-CH" i="1">
                <a:solidFill>
                  <a:schemeClr val="bg1">
                    <a:lumMod val="25000"/>
                  </a:schemeClr>
                </a:solidFill>
                <a:latin typeface="Manrope"/>
              </a:rPr>
              <a:t>xyz</a:t>
            </a:r>
            <a:endParaRPr lang="fr-FR" i="1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lang="fr-FR" i="1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/>
          </a:p>
        </p:txBody>
      </p:sp>
      <p:sp>
        <p:nvSpPr>
          <p:cNvPr id="418370090" name="Google Shape;537;p35"/>
          <p:cNvSpPr txBox="1"/>
          <p:nvPr/>
        </p:nvSpPr>
        <p:spPr bwMode="auto">
          <a:xfrm>
            <a:off x="1992662" y="938810"/>
            <a:ext cx="931038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>
                <a:solidFill>
                  <a:schemeClr val="bg1">
                    <a:lumMod val="25000"/>
                  </a:schemeClr>
                </a:solidFill>
                <a:latin typeface="Manrope"/>
              </a:rPr>
              <a:t>XYZ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346117" name="Google Shape;536;p35"/>
          <p:cNvSpPr txBox="1">
            <a:spLocks noGrp="1"/>
          </p:cNvSpPr>
          <p:nvPr>
            <p:ph type="title"/>
          </p:nvPr>
        </p:nvSpPr>
        <p:spPr bwMode="auto">
          <a:xfrm>
            <a:off x="1988851" y="529463"/>
            <a:ext cx="4410900" cy="629025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Autofit/>
          </a:bodyPr>
          <a:lstStyle/>
          <a:p>
            <a:pPr lvl="0">
              <a:defRPr/>
            </a:pPr>
            <a:r>
              <a:rPr lang="fr-CH"/>
              <a:t>XYZ</a:t>
            </a:r>
            <a:endParaRPr>
              <a:latin typeface="Archivo"/>
              <a:ea typeface="Archivo"/>
              <a:cs typeface="Archivo"/>
            </a:endParaRPr>
          </a:p>
        </p:txBody>
      </p:sp>
      <p:sp>
        <p:nvSpPr>
          <p:cNvPr id="1273717048" name="Google Shape;538;p35"/>
          <p:cNvSpPr txBox="1"/>
          <p:nvPr/>
        </p:nvSpPr>
        <p:spPr bwMode="auto">
          <a:xfrm>
            <a:off x="774793" y="508738"/>
            <a:ext cx="1046700" cy="711599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3" tIns="91423" rIns="91423" bIns="9142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>
                <a:solidFill>
                  <a:schemeClr val="bg1"/>
                </a:solidFill>
                <a:latin typeface="Archivo Black"/>
                <a:cs typeface="Archivo Black"/>
              </a:rPr>
              <a:t>02</a:t>
            </a:r>
            <a:endParaRPr/>
          </a:p>
        </p:txBody>
      </p:sp>
      <p:sp>
        <p:nvSpPr>
          <p:cNvPr id="1254692316" name="Google Shape;537;p35"/>
          <p:cNvSpPr txBox="1"/>
          <p:nvPr/>
        </p:nvSpPr>
        <p:spPr bwMode="auto">
          <a:xfrm>
            <a:off x="1043016" y="1549005"/>
            <a:ext cx="2358549" cy="2622361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b="1"/>
              <a:t>xyz</a:t>
            </a:r>
            <a:endParaRPr lang="fr-FR"/>
          </a:p>
          <a:p>
            <a:pPr>
              <a:defRPr/>
            </a:pPr>
            <a:r>
              <a:rPr lang="fr-CH" i="1">
                <a:solidFill>
                  <a:schemeClr val="bg1">
                    <a:lumMod val="25000"/>
                  </a:schemeClr>
                </a:solidFill>
                <a:latin typeface="Manrope"/>
              </a:rPr>
              <a:t>xyz</a:t>
            </a:r>
            <a:endParaRPr lang="fr-FR" i="1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lang="fr-FR" i="1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/>
          </a:p>
        </p:txBody>
      </p:sp>
      <p:sp>
        <p:nvSpPr>
          <p:cNvPr id="482585448" name="Google Shape;537;p35"/>
          <p:cNvSpPr txBox="1"/>
          <p:nvPr/>
        </p:nvSpPr>
        <p:spPr bwMode="auto">
          <a:xfrm>
            <a:off x="1992661" y="938809"/>
            <a:ext cx="931037" cy="37750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>
                <a:solidFill>
                  <a:schemeClr val="bg1">
                    <a:lumMod val="25000"/>
                  </a:schemeClr>
                </a:solidFill>
                <a:latin typeface="Manrope"/>
              </a:rPr>
              <a:t>xyz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7582798" name="Google Shape;529;p35"/>
          <p:cNvGrpSpPr/>
          <p:nvPr/>
        </p:nvGrpSpPr>
        <p:grpSpPr bwMode="auto">
          <a:xfrm>
            <a:off x="4733751" y="570105"/>
            <a:ext cx="5164500" cy="5143500"/>
            <a:chOff x="3979500" y="7000"/>
            <a:chExt cx="5164500" cy="5143500"/>
          </a:xfrm>
        </p:grpSpPr>
        <p:sp>
          <p:nvSpPr>
            <p:cNvPr id="530" name="Google Shape;530;p35"/>
            <p:cNvSpPr/>
            <p:nvPr/>
          </p:nvSpPr>
          <p:spPr bwMode="auto"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1" name="Google Shape;531;p35"/>
            <p:cNvSpPr/>
            <p:nvPr/>
          </p:nvSpPr>
          <p:spPr bwMode="auto"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2" name="Google Shape;532;p35"/>
            <p:cNvSpPr/>
            <p:nvPr/>
          </p:nvSpPr>
          <p:spPr bwMode="auto"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3" name="Google Shape;533;p35"/>
            <p:cNvSpPr/>
            <p:nvPr/>
          </p:nvSpPr>
          <p:spPr bwMode="auto"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4" name="Google Shape;534;p35"/>
            <p:cNvSpPr/>
            <p:nvPr/>
          </p:nvSpPr>
          <p:spPr bwMode="auto"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5" name="Google Shape;535;p35"/>
            <p:cNvSpPr/>
            <p:nvPr/>
          </p:nvSpPr>
          <p:spPr bwMode="auto">
            <a:xfrm>
              <a:off x="6777914" y="2891180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511774570" name="Google Shape;536;p35"/>
          <p:cNvSpPr txBox="1">
            <a:spLocks noGrp="1"/>
          </p:cNvSpPr>
          <p:nvPr>
            <p:ph type="title"/>
          </p:nvPr>
        </p:nvSpPr>
        <p:spPr bwMode="auto">
          <a:xfrm>
            <a:off x="1982756" y="697639"/>
            <a:ext cx="4410900" cy="5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defRPr/>
            </a:pPr>
            <a:r>
              <a:rPr lang="fr-CH"/>
              <a:t>Conclusion</a:t>
            </a:r>
            <a:endParaRPr/>
          </a:p>
        </p:txBody>
      </p:sp>
      <p:sp>
        <p:nvSpPr>
          <p:cNvPr id="1326381679" name="Google Shape;537;p35"/>
          <p:cNvSpPr txBox="1">
            <a:spLocks noGrp="1"/>
          </p:cNvSpPr>
          <p:nvPr>
            <p:ph type="subTitle" idx="1"/>
          </p:nvPr>
        </p:nvSpPr>
        <p:spPr bwMode="auto">
          <a:xfrm>
            <a:off x="774794" y="1607355"/>
            <a:ext cx="3128257" cy="1795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defRPr/>
            </a:pPr>
            <a:r>
              <a:rPr lang="fr-CH" b="1"/>
              <a:t>     Apprentissage technique</a:t>
            </a:r>
            <a:endParaRPr lang="fr-FR" b="1"/>
          </a:p>
          <a:p>
            <a:pPr marL="0" lvl="0" indent="0">
              <a:defRPr/>
            </a:pPr>
            <a:r>
              <a:rPr lang="fr-FR" sz="1400"/>
              <a:t>Approfondissements majeurs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fr-FR" sz="1400"/>
              <a:t>Routage IPv4/6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fr-FR" sz="1400"/>
              <a:t>ACL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fr-FR" sz="1400"/>
              <a:t>Config Cisco IOS</a:t>
            </a:r>
            <a:endParaRPr/>
          </a:p>
          <a:p>
            <a:pPr marL="0" lvl="0" indent="0">
              <a:defRPr/>
            </a:pPr>
            <a:endParaRPr lang="fr-FR"/>
          </a:p>
        </p:txBody>
      </p:sp>
      <p:sp>
        <p:nvSpPr>
          <p:cNvPr id="924712652" name="Google Shape;538;p35"/>
          <p:cNvSpPr txBox="1">
            <a:spLocks noGrp="1"/>
          </p:cNvSpPr>
          <p:nvPr>
            <p:ph type="title" idx="2"/>
          </p:nvPr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4500">
                <a:solidFill>
                  <a:schemeClr val="bg1"/>
                </a:solidFill>
                <a:latin typeface="Archivo Black"/>
                <a:ea typeface="Archivo Black"/>
                <a:cs typeface="Archivo Black"/>
              </a:rPr>
              <a:t>07</a:t>
            </a:r>
            <a:endParaRPr>
              <a:solidFill>
                <a:schemeClr val="bg1"/>
              </a:solidFill>
              <a:latin typeface="Archivo Black"/>
              <a:cs typeface="Archivo Black"/>
            </a:endParaRPr>
          </a:p>
        </p:txBody>
      </p:sp>
      <p:grpSp>
        <p:nvGrpSpPr>
          <p:cNvPr id="69640357" name="Google Shape;540;p35"/>
          <p:cNvGrpSpPr/>
          <p:nvPr/>
        </p:nvGrpSpPr>
        <p:grpSpPr bwMode="auto">
          <a:xfrm>
            <a:off x="6159696" y="1607356"/>
            <a:ext cx="3160612" cy="3291131"/>
            <a:chOff x="5405445" y="1044251"/>
            <a:chExt cx="3160612" cy="3291131"/>
          </a:xfrm>
        </p:grpSpPr>
        <p:sp>
          <p:nvSpPr>
            <p:cNvPr id="541" name="Google Shape;541;p35"/>
            <p:cNvSpPr/>
            <p:nvPr/>
          </p:nvSpPr>
          <p:spPr bwMode="auto"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2" name="Google Shape;542;p35"/>
            <p:cNvSpPr/>
            <p:nvPr/>
          </p:nvSpPr>
          <p:spPr bwMode="auto">
            <a:xfrm rot="-2700000">
              <a:off x="5300209" y="388504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529003927" name="Google Shape;537;p35"/>
          <p:cNvSpPr txBox="1"/>
          <p:nvPr/>
        </p:nvSpPr>
        <p:spPr bwMode="auto">
          <a:xfrm>
            <a:off x="4317632" y="1607356"/>
            <a:ext cx="2841477" cy="2156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9pPr>
          </a:lstStyle>
          <a:p>
            <a:pPr marL="0" indent="0">
              <a:defRPr/>
            </a:pPr>
            <a:r>
              <a:rPr lang="fr-CH" b="1"/>
              <a:t>     Défis rencontrés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 sz="1400"/>
              <a:t>Bugs(beaucoup)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 sz="1400"/>
              <a:t>Limitations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 sz="1400"/>
              <a:t>Crashs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fr-FR" sz="1400"/>
              <a:t>Motivation</a:t>
            </a:r>
            <a:br>
              <a:rPr lang="fr-FR" sz="1400"/>
            </a:br>
            <a:endParaRPr lang="fr-FR" sz="1400"/>
          </a:p>
        </p:txBody>
      </p:sp>
      <p:sp>
        <p:nvSpPr>
          <p:cNvPr id="1393178788" name="Google Shape;537;p35"/>
          <p:cNvSpPr txBox="1"/>
          <p:nvPr/>
        </p:nvSpPr>
        <p:spPr bwMode="auto">
          <a:xfrm>
            <a:off x="805217" y="3547865"/>
            <a:ext cx="3285142" cy="117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9pPr>
          </a:lstStyle>
          <a:p>
            <a:pPr marL="0" indent="0">
              <a:defRPr/>
            </a:pPr>
            <a:r>
              <a:rPr lang="fr-CH" b="1"/>
              <a:t>     État de la simulation</a:t>
            </a:r>
            <a:endParaRPr/>
          </a:p>
          <a:p>
            <a:pPr marL="0" indent="0">
              <a:defRPr/>
            </a:pPr>
            <a:r>
              <a:rPr lang="fr-FR" sz="1400"/>
              <a:t>+ 100% fonctionnelle </a:t>
            </a:r>
            <a:br>
              <a:rPr lang="fr-FR" sz="1400"/>
            </a:br>
            <a:r>
              <a:rPr lang="fr-FR" sz="1400"/>
              <a:t>-  vulnérabilités de sécurité</a:t>
            </a:r>
            <a:endParaRPr lang="fr-FR"/>
          </a:p>
        </p:txBody>
      </p:sp>
      <p:sp>
        <p:nvSpPr>
          <p:cNvPr id="1189652411" name="Google Shape;5212;p68"/>
          <p:cNvSpPr/>
          <p:nvPr/>
        </p:nvSpPr>
        <p:spPr bwMode="auto">
          <a:xfrm>
            <a:off x="813982" y="3644560"/>
            <a:ext cx="232813" cy="215982"/>
          </a:xfrm>
          <a:custGeom>
            <a:avLst/>
            <a:gdLst/>
            <a:ahLst/>
            <a:cxnLst/>
            <a:rect l="l" t="t" r="r" b="b"/>
            <a:pathLst>
              <a:path w="18956" h="17942" fill="norm" stroke="1" extrusionOk="0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54657596" name="Google Shape;5940;p70"/>
          <p:cNvGrpSpPr/>
          <p:nvPr/>
        </p:nvGrpSpPr>
        <p:grpSpPr bwMode="auto">
          <a:xfrm>
            <a:off x="774794" y="1684529"/>
            <a:ext cx="203272" cy="260571"/>
            <a:chOff x="-60597975" y="3367475"/>
            <a:chExt cx="268600" cy="317425"/>
          </a:xfrm>
          <a:solidFill>
            <a:schemeClr val="tx2"/>
          </a:solidFill>
        </p:grpSpPr>
        <p:sp>
          <p:nvSpPr>
            <p:cNvPr id="18" name="Google Shape;5941;p70"/>
            <p:cNvSpPr/>
            <p:nvPr/>
          </p:nvSpPr>
          <p:spPr bwMode="auto">
            <a:xfrm>
              <a:off x="-60535750" y="3495074"/>
              <a:ext cx="206375" cy="82725"/>
            </a:xfrm>
            <a:custGeom>
              <a:avLst/>
              <a:gdLst/>
              <a:ahLst/>
              <a:cxnLst/>
              <a:rect l="l" t="t" r="r" b="b"/>
              <a:pathLst>
                <a:path w="8255" h="3309" fill="norm" stroke="1" extrusionOk="0">
                  <a:moveTo>
                    <a:pt x="5357" y="1229"/>
                  </a:moveTo>
                  <a:cubicBezTo>
                    <a:pt x="5577" y="1229"/>
                    <a:pt x="5766" y="1418"/>
                    <a:pt x="5766" y="1607"/>
                  </a:cubicBezTo>
                  <a:cubicBezTo>
                    <a:pt x="5766" y="1890"/>
                    <a:pt x="5577" y="2048"/>
                    <a:pt x="5357" y="2048"/>
                  </a:cubicBezTo>
                  <a:lnTo>
                    <a:pt x="2049" y="2048"/>
                  </a:lnTo>
                  <a:cubicBezTo>
                    <a:pt x="1797" y="2048"/>
                    <a:pt x="1639" y="1859"/>
                    <a:pt x="1639" y="1607"/>
                  </a:cubicBezTo>
                  <a:cubicBezTo>
                    <a:pt x="1639" y="1386"/>
                    <a:pt x="1828" y="1229"/>
                    <a:pt x="2049" y="1229"/>
                  </a:cubicBezTo>
                  <a:close/>
                  <a:moveTo>
                    <a:pt x="1" y="0"/>
                  </a:moveTo>
                  <a:lnTo>
                    <a:pt x="1" y="3308"/>
                  </a:lnTo>
                  <a:lnTo>
                    <a:pt x="8255" y="3308"/>
                  </a:lnTo>
                  <a:lnTo>
                    <a:pt x="82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" name="Google Shape;5942;p70"/>
            <p:cNvSpPr/>
            <p:nvPr/>
          </p:nvSpPr>
          <p:spPr bwMode="auto">
            <a:xfrm>
              <a:off x="-60432575" y="3367475"/>
              <a:ext cx="20500" cy="47275"/>
            </a:xfrm>
            <a:custGeom>
              <a:avLst/>
              <a:gdLst/>
              <a:ahLst/>
              <a:cxnLst/>
              <a:rect l="l" t="t" r="r" b="b"/>
              <a:pathLst>
                <a:path w="820" h="1891" fill="norm" stroke="1" extrusionOk="0">
                  <a:moveTo>
                    <a:pt x="1" y="0"/>
                  </a:moveTo>
                  <a:lnTo>
                    <a:pt x="1" y="1891"/>
                  </a:lnTo>
                  <a:cubicBezTo>
                    <a:pt x="127" y="1765"/>
                    <a:pt x="221" y="1639"/>
                    <a:pt x="379" y="1639"/>
                  </a:cubicBezTo>
                  <a:cubicBezTo>
                    <a:pt x="600" y="1639"/>
                    <a:pt x="694" y="1765"/>
                    <a:pt x="820" y="1891"/>
                  </a:cubicBezTo>
                  <a:lnTo>
                    <a:pt x="8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5943;p70"/>
            <p:cNvSpPr/>
            <p:nvPr/>
          </p:nvSpPr>
          <p:spPr bwMode="auto">
            <a:xfrm>
              <a:off x="-60535750" y="3367475"/>
              <a:ext cx="206375" cy="107150"/>
            </a:xfrm>
            <a:custGeom>
              <a:avLst/>
              <a:gdLst/>
              <a:ahLst/>
              <a:cxnLst/>
              <a:rect l="l" t="t" r="r" b="b"/>
              <a:pathLst>
                <a:path w="8255" h="4286" fill="norm" stroke="1" extrusionOk="0">
                  <a:moveTo>
                    <a:pt x="1" y="0"/>
                  </a:moveTo>
                  <a:lnTo>
                    <a:pt x="1" y="4285"/>
                  </a:lnTo>
                  <a:lnTo>
                    <a:pt x="8255" y="4285"/>
                  </a:lnTo>
                  <a:lnTo>
                    <a:pt x="8255" y="1261"/>
                  </a:lnTo>
                  <a:cubicBezTo>
                    <a:pt x="8255" y="567"/>
                    <a:pt x="7720" y="32"/>
                    <a:pt x="7026" y="32"/>
                  </a:cubicBezTo>
                  <a:lnTo>
                    <a:pt x="5829" y="32"/>
                  </a:lnTo>
                  <a:lnTo>
                    <a:pt x="5829" y="2930"/>
                  </a:lnTo>
                  <a:cubicBezTo>
                    <a:pt x="5829" y="3182"/>
                    <a:pt x="5633" y="3350"/>
                    <a:pt x="5418" y="3350"/>
                  </a:cubicBezTo>
                  <a:cubicBezTo>
                    <a:pt x="5311" y="3350"/>
                    <a:pt x="5199" y="3308"/>
                    <a:pt x="5105" y="3214"/>
                  </a:cubicBezTo>
                  <a:lnTo>
                    <a:pt x="4569" y="2678"/>
                  </a:lnTo>
                  <a:lnTo>
                    <a:pt x="4002" y="3214"/>
                  </a:lnTo>
                  <a:cubicBezTo>
                    <a:pt x="3917" y="3289"/>
                    <a:pt x="3821" y="3322"/>
                    <a:pt x="3728" y="3322"/>
                  </a:cubicBezTo>
                  <a:cubicBezTo>
                    <a:pt x="3510" y="3322"/>
                    <a:pt x="3309" y="3142"/>
                    <a:pt x="3309" y="2899"/>
                  </a:cubicBezTo>
                  <a:lnTo>
                    <a:pt x="33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5944;p70"/>
            <p:cNvSpPr/>
            <p:nvPr/>
          </p:nvSpPr>
          <p:spPr bwMode="auto">
            <a:xfrm>
              <a:off x="-60597975" y="3368175"/>
              <a:ext cx="40200" cy="316725"/>
            </a:xfrm>
            <a:custGeom>
              <a:avLst/>
              <a:gdLst/>
              <a:ahLst/>
              <a:cxnLst/>
              <a:rect l="l" t="t" r="r" b="b"/>
              <a:pathLst>
                <a:path w="1608" h="12669" fill="norm" stroke="1" extrusionOk="0">
                  <a:moveTo>
                    <a:pt x="337" y="0"/>
                  </a:moveTo>
                  <a:cubicBezTo>
                    <a:pt x="163" y="0"/>
                    <a:pt x="1" y="178"/>
                    <a:pt x="1" y="382"/>
                  </a:cubicBezTo>
                  <a:lnTo>
                    <a:pt x="1" y="12259"/>
                  </a:lnTo>
                  <a:cubicBezTo>
                    <a:pt x="1" y="12480"/>
                    <a:pt x="190" y="12669"/>
                    <a:pt x="379" y="12669"/>
                  </a:cubicBezTo>
                  <a:lnTo>
                    <a:pt x="1608" y="12669"/>
                  </a:lnTo>
                  <a:lnTo>
                    <a:pt x="1608" y="4"/>
                  </a:lnTo>
                  <a:lnTo>
                    <a:pt x="379" y="4"/>
                  </a:lnTo>
                  <a:cubicBezTo>
                    <a:pt x="365" y="2"/>
                    <a:pt x="351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5945;p70"/>
            <p:cNvSpPr/>
            <p:nvPr/>
          </p:nvSpPr>
          <p:spPr bwMode="auto">
            <a:xfrm>
              <a:off x="-60535750" y="3597449"/>
              <a:ext cx="206375" cy="86675"/>
            </a:xfrm>
            <a:custGeom>
              <a:avLst/>
              <a:gdLst/>
              <a:ahLst/>
              <a:cxnLst/>
              <a:rect l="l" t="t" r="r" b="b"/>
              <a:pathLst>
                <a:path w="8255" h="3467" fill="norm" stroke="1" extrusionOk="0">
                  <a:moveTo>
                    <a:pt x="1" y="1"/>
                  </a:moveTo>
                  <a:lnTo>
                    <a:pt x="1" y="3466"/>
                  </a:lnTo>
                  <a:lnTo>
                    <a:pt x="7026" y="3466"/>
                  </a:lnTo>
                  <a:cubicBezTo>
                    <a:pt x="7720" y="3466"/>
                    <a:pt x="8255" y="2931"/>
                    <a:pt x="8255" y="2206"/>
                  </a:cubicBezTo>
                  <a:lnTo>
                    <a:pt x="82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078752045" name="Google Shape;5213;p68"/>
          <p:cNvGrpSpPr/>
          <p:nvPr/>
        </p:nvGrpSpPr>
        <p:grpSpPr bwMode="auto">
          <a:xfrm>
            <a:off x="4330388" y="1727185"/>
            <a:ext cx="223842" cy="259996"/>
            <a:chOff x="4492800" y="2027925"/>
            <a:chExt cx="414825" cy="481825"/>
          </a:xfrm>
          <a:solidFill>
            <a:schemeClr val="tx2"/>
          </a:solidFill>
        </p:grpSpPr>
        <p:sp>
          <p:nvSpPr>
            <p:cNvPr id="24" name="Google Shape;5214;p68"/>
            <p:cNvSpPr/>
            <p:nvPr/>
          </p:nvSpPr>
          <p:spPr bwMode="auto"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fill="norm" stroke="1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5215;p68"/>
            <p:cNvSpPr/>
            <p:nvPr/>
          </p:nvSpPr>
          <p:spPr bwMode="auto"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fill="norm" stroke="1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392290" name="Google Shape;454;p30"/>
          <p:cNvSpPr txBox="1"/>
          <p:nvPr/>
        </p:nvSpPr>
        <p:spPr bwMode="auto">
          <a:xfrm>
            <a:off x="1632752" y="1776373"/>
            <a:ext cx="5878495" cy="15907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fr-CH" sz="3800">
                <a:solidFill>
                  <a:schemeClr val="bg1"/>
                </a:solidFill>
                <a:latin typeface="Archivo Black"/>
                <a:ea typeface="Archivo Black"/>
                <a:cs typeface="Archivo Black"/>
              </a:rPr>
              <a:t>Questions ?</a:t>
            </a:r>
            <a:endParaRPr lang="fr-CH" sz="3800">
              <a:solidFill>
                <a:schemeClr val="bg1"/>
              </a:solidFill>
              <a:latin typeface="Archivo"/>
              <a:ea typeface="Archivo"/>
              <a:cs typeface="Archivo"/>
            </a:endParaRPr>
          </a:p>
        </p:txBody>
      </p:sp>
      <p:sp>
        <p:nvSpPr>
          <p:cNvPr id="667776383" name="Google Shape;538;p35"/>
          <p:cNvSpPr txBox="1"/>
          <p:nvPr/>
        </p:nvSpPr>
        <p:spPr bwMode="auto">
          <a:xfrm>
            <a:off x="3877658" y="1873909"/>
            <a:ext cx="1046700" cy="625450"/>
          </a:xfrm>
          <a:prstGeom prst="rect">
            <a:avLst/>
          </a:prstGeom>
          <a:solidFill>
            <a:srgbClr val="6194E6">
              <a:alpha val="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>
                <a:solidFill>
                  <a:schemeClr val="bg1">
                    <a:alpha val="9000"/>
                  </a:schemeClr>
                </a:solidFill>
                <a:latin typeface="Archivo"/>
                <a:cs typeface="Archivo"/>
              </a:rPr>
              <a:t>0</a:t>
            </a:r>
            <a:r>
              <a:rPr lang="fr-CH" sz="4500">
                <a:solidFill>
                  <a:schemeClr val="bg1">
                    <a:alpha val="9000"/>
                  </a:schemeClr>
                </a:solidFill>
                <a:latin typeface="Archivo"/>
                <a:cs typeface="Archivo"/>
              </a:rPr>
              <a:t>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463963" name="Google Shape;454;p30"/>
          <p:cNvSpPr txBox="1"/>
          <p:nvPr/>
        </p:nvSpPr>
        <p:spPr bwMode="auto">
          <a:xfrm>
            <a:off x="1632752" y="1776373"/>
            <a:ext cx="5878495" cy="15907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fr-CH" sz="3800">
                <a:solidFill>
                  <a:schemeClr val="bg1"/>
                </a:solidFill>
                <a:latin typeface="Archivo Black"/>
                <a:ea typeface="Archivo Black"/>
                <a:cs typeface="Archivo Black"/>
              </a:rPr>
              <a:t>Thanks for your attention !</a:t>
            </a:r>
            <a:endParaRPr lang="fr-CH" sz="3800">
              <a:solidFill>
                <a:schemeClr val="bg1"/>
              </a:solidFill>
              <a:latin typeface="Archivo"/>
              <a:ea typeface="Archivo"/>
              <a:cs typeface="Archiv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Présenation M4</dc:title>
  <dc:creator/>
  <cp:keywords>Réseau, Lukas, TINF2, 2026</cp:keywords>
  <cp:lastModifiedBy/>
  <cp:revision>5</cp:revision>
  <dcterms:modified xsi:type="dcterms:W3CDTF">2026-05-19T20:17:27Z</dcterms:modified>
</cp:coreProperties>
</file>